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66EDE-B9FC-4628-B9D9-7E99208B965B}" v="136" dt="2026-04-13T14:22:01.525"/>
    <p1510:client id="{6863E453-4647-E25F-CBB9-642F482155A7}" v="92" dt="2026-04-13T13:46:02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AC26F8-F156-4CED-9893-E44CDA545A0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A14F47E-220D-47A6-B68E-EF451B943306}">
      <dgm:prSet/>
      <dgm:spPr/>
      <dgm:t>
        <a:bodyPr/>
        <a:lstStyle/>
        <a:p>
          <a:r>
            <a:rPr lang="es-MX"/>
            <a:t>Fuente: Kaggle</a:t>
          </a:r>
          <a:endParaRPr lang="en-US"/>
        </a:p>
      </dgm:t>
    </dgm:pt>
    <dgm:pt modelId="{E69932C5-2FC5-4DDE-82A8-5A94868B391D}" type="parTrans" cxnId="{AD3D0854-03F8-4904-895D-47A12B15D24E}">
      <dgm:prSet/>
      <dgm:spPr/>
      <dgm:t>
        <a:bodyPr/>
        <a:lstStyle/>
        <a:p>
          <a:endParaRPr lang="en-US"/>
        </a:p>
      </dgm:t>
    </dgm:pt>
    <dgm:pt modelId="{E9FD44BC-33CC-4F2C-B5C6-8C99ADCD7F19}" type="sibTrans" cxnId="{AD3D0854-03F8-4904-895D-47A12B15D24E}">
      <dgm:prSet/>
      <dgm:spPr/>
      <dgm:t>
        <a:bodyPr/>
        <a:lstStyle/>
        <a:p>
          <a:endParaRPr lang="en-US"/>
        </a:p>
      </dgm:t>
    </dgm:pt>
    <dgm:pt modelId="{DAB675C4-2240-43D1-B277-9DFDBD89288A}">
      <dgm:prSet/>
      <dgm:spPr/>
      <dgm:t>
        <a:bodyPr/>
        <a:lstStyle/>
        <a:p>
          <a:r>
            <a:rPr lang="es-MX"/>
            <a:t>Tipo de datos : </a:t>
          </a:r>
          <a:r>
            <a:rPr lang="en-US"/>
            <a:t>registros sintéticos de estudiantes para análisis educativo</a:t>
          </a:r>
        </a:p>
      </dgm:t>
    </dgm:pt>
    <dgm:pt modelId="{C3FE2B56-BB2F-4B04-911C-7C8A948A6B8C}" type="parTrans" cxnId="{DA93D199-4A9A-40A6-A765-C6B7BC66A9B7}">
      <dgm:prSet/>
      <dgm:spPr/>
      <dgm:t>
        <a:bodyPr/>
        <a:lstStyle/>
        <a:p>
          <a:endParaRPr lang="en-US"/>
        </a:p>
      </dgm:t>
    </dgm:pt>
    <dgm:pt modelId="{88DD1EF0-FE90-4B9B-88DA-87368C356B30}" type="sibTrans" cxnId="{DA93D199-4A9A-40A6-A765-C6B7BC66A9B7}">
      <dgm:prSet/>
      <dgm:spPr/>
      <dgm:t>
        <a:bodyPr/>
        <a:lstStyle/>
        <a:p>
          <a:endParaRPr lang="en-US"/>
        </a:p>
      </dgm:t>
    </dgm:pt>
    <dgm:pt modelId="{EB2EA4D1-1ECE-4FB5-A293-1F51FFB445AA}">
      <dgm:prSet/>
      <dgm:spPr/>
      <dgm:t>
        <a:bodyPr/>
        <a:lstStyle/>
        <a:p>
          <a:r>
            <a:rPr lang="en-US"/>
            <a:t>Tamaño: 10,000 registros</a:t>
          </a:r>
        </a:p>
      </dgm:t>
    </dgm:pt>
    <dgm:pt modelId="{060FB6E0-9884-4814-BE35-C15505BF7AB9}" type="parTrans" cxnId="{2F599B1E-92E9-4FC8-AAF0-EA848BEE4F1B}">
      <dgm:prSet/>
      <dgm:spPr/>
      <dgm:t>
        <a:bodyPr/>
        <a:lstStyle/>
        <a:p>
          <a:endParaRPr lang="en-US"/>
        </a:p>
      </dgm:t>
    </dgm:pt>
    <dgm:pt modelId="{16EC93E8-64A7-4CA4-B14E-064C2A294006}" type="sibTrans" cxnId="{2F599B1E-92E9-4FC8-AAF0-EA848BEE4F1B}">
      <dgm:prSet/>
      <dgm:spPr/>
      <dgm:t>
        <a:bodyPr/>
        <a:lstStyle/>
        <a:p>
          <a:endParaRPr lang="en-US"/>
        </a:p>
      </dgm:t>
    </dgm:pt>
    <dgm:pt modelId="{EBC855DF-F5DE-46B9-9BC7-0AFBE3D14193}">
      <dgm:prSet/>
      <dgm:spPr/>
      <dgm:t>
        <a:bodyPr/>
        <a:lstStyle/>
        <a:p>
          <a:r>
            <a:rPr lang="en-US"/>
            <a:t>Variables totales: 14 columnas</a:t>
          </a:r>
        </a:p>
      </dgm:t>
    </dgm:pt>
    <dgm:pt modelId="{42753786-2D4B-467C-B7F7-F01BA60C593C}" type="parTrans" cxnId="{D6E50516-FA7F-496E-A656-21A65F301178}">
      <dgm:prSet/>
      <dgm:spPr/>
      <dgm:t>
        <a:bodyPr/>
        <a:lstStyle/>
        <a:p>
          <a:endParaRPr lang="en-US"/>
        </a:p>
      </dgm:t>
    </dgm:pt>
    <dgm:pt modelId="{6A3821F1-F740-4C6F-880A-B754ECB23121}" type="sibTrans" cxnId="{D6E50516-FA7F-496E-A656-21A65F301178}">
      <dgm:prSet/>
      <dgm:spPr/>
      <dgm:t>
        <a:bodyPr/>
        <a:lstStyle/>
        <a:p>
          <a:endParaRPr lang="en-US"/>
        </a:p>
      </dgm:t>
    </dgm:pt>
    <dgm:pt modelId="{15161A20-0FC3-442D-AA67-A80F2A712F4E}">
      <dgm:prSet/>
      <dgm:spPr/>
      <dgm:t>
        <a:bodyPr/>
        <a:lstStyle/>
        <a:p>
          <a:r>
            <a:rPr lang="en-US"/>
            <a:t>Variable objetivo: grade con clases A, B, C, D, F</a:t>
          </a:r>
        </a:p>
      </dgm:t>
    </dgm:pt>
    <dgm:pt modelId="{3A5076DC-6ADA-4D4D-9AB8-482ABCDA144F}" type="parTrans" cxnId="{4D5BCEBA-51DA-4FC0-A8CC-7C5292CE2AEA}">
      <dgm:prSet/>
      <dgm:spPr/>
      <dgm:t>
        <a:bodyPr/>
        <a:lstStyle/>
        <a:p>
          <a:endParaRPr lang="en-US"/>
        </a:p>
      </dgm:t>
    </dgm:pt>
    <dgm:pt modelId="{4C6A428B-A232-44AE-B0CD-7FAF3A48B64D}" type="sibTrans" cxnId="{4D5BCEBA-51DA-4FC0-A8CC-7C5292CE2AEA}">
      <dgm:prSet/>
      <dgm:spPr/>
      <dgm:t>
        <a:bodyPr/>
        <a:lstStyle/>
        <a:p>
          <a:endParaRPr lang="en-US"/>
        </a:p>
      </dgm:t>
    </dgm:pt>
    <dgm:pt modelId="{EF61C9BD-1622-4452-A87A-230486885764}">
      <dgm:prSet/>
      <dgm:spPr/>
      <dgm:t>
        <a:bodyPr/>
        <a:lstStyle/>
        <a:p>
          <a:r>
            <a:rPr lang="en-US"/>
            <a:t>No se encotraron valores nulos</a:t>
          </a:r>
        </a:p>
      </dgm:t>
    </dgm:pt>
    <dgm:pt modelId="{FC994FCC-344F-448B-BAAB-4B69C8EC995F}" type="parTrans" cxnId="{E492282D-9503-45A4-8FE3-57FC93929B09}">
      <dgm:prSet/>
      <dgm:spPr/>
      <dgm:t>
        <a:bodyPr/>
        <a:lstStyle/>
        <a:p>
          <a:endParaRPr lang="en-US"/>
        </a:p>
      </dgm:t>
    </dgm:pt>
    <dgm:pt modelId="{B6432715-ADAB-4429-9875-B57176C38E73}" type="sibTrans" cxnId="{E492282D-9503-45A4-8FE3-57FC93929B09}">
      <dgm:prSet/>
      <dgm:spPr/>
      <dgm:t>
        <a:bodyPr/>
        <a:lstStyle/>
        <a:p>
          <a:endParaRPr lang="en-US"/>
        </a:p>
      </dgm:t>
    </dgm:pt>
    <dgm:pt modelId="{5E28345A-04CB-4CB7-BEFE-C96E952D036E}" type="pres">
      <dgm:prSet presAssocID="{14AC26F8-F156-4CED-9893-E44CDA545A08}" presName="linear" presStyleCnt="0">
        <dgm:presLayoutVars>
          <dgm:animLvl val="lvl"/>
          <dgm:resizeHandles val="exact"/>
        </dgm:presLayoutVars>
      </dgm:prSet>
      <dgm:spPr/>
    </dgm:pt>
    <dgm:pt modelId="{0D58B16F-649D-4161-8724-076A05C852E7}" type="pres">
      <dgm:prSet presAssocID="{4A14F47E-220D-47A6-B68E-EF451B94330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D1DAA67-8506-4DA3-914E-1CADB7C7FFA7}" type="pres">
      <dgm:prSet presAssocID="{E9FD44BC-33CC-4F2C-B5C6-8C99ADCD7F19}" presName="spacer" presStyleCnt="0"/>
      <dgm:spPr/>
    </dgm:pt>
    <dgm:pt modelId="{07C649D3-0E8E-4097-A04E-E0D2B28689D9}" type="pres">
      <dgm:prSet presAssocID="{DAB675C4-2240-43D1-B277-9DFDBD89288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5432D86-82A0-4957-80F3-7E260CB8190B}" type="pres">
      <dgm:prSet presAssocID="{88DD1EF0-FE90-4B9B-88DA-87368C356B30}" presName="spacer" presStyleCnt="0"/>
      <dgm:spPr/>
    </dgm:pt>
    <dgm:pt modelId="{AA2377D5-173D-44A4-A22D-7717329EB19F}" type="pres">
      <dgm:prSet presAssocID="{EB2EA4D1-1ECE-4FB5-A293-1F51FFB445A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4E583F7-F2B4-406A-B163-34193A46FE18}" type="pres">
      <dgm:prSet presAssocID="{16EC93E8-64A7-4CA4-B14E-064C2A294006}" presName="spacer" presStyleCnt="0"/>
      <dgm:spPr/>
    </dgm:pt>
    <dgm:pt modelId="{30E0CBEC-3721-4A5E-BFF2-4114CD8F2029}" type="pres">
      <dgm:prSet presAssocID="{EBC855DF-F5DE-46B9-9BC7-0AFBE3D1419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A957B0D-AD9F-4ECE-ABC1-196E0C9C4131}" type="pres">
      <dgm:prSet presAssocID="{6A3821F1-F740-4C6F-880A-B754ECB23121}" presName="spacer" presStyleCnt="0"/>
      <dgm:spPr/>
    </dgm:pt>
    <dgm:pt modelId="{C6E00D08-87EB-4ADF-8EB5-BD3F5341EA24}" type="pres">
      <dgm:prSet presAssocID="{15161A20-0FC3-442D-AA67-A80F2A712F4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3CAC103-B91B-44A6-ADA5-0DF554177037}" type="pres">
      <dgm:prSet presAssocID="{4C6A428B-A232-44AE-B0CD-7FAF3A48B64D}" presName="spacer" presStyleCnt="0"/>
      <dgm:spPr/>
    </dgm:pt>
    <dgm:pt modelId="{1677ED7A-EA9D-4AAC-9F4E-3D4EE6DDED0E}" type="pres">
      <dgm:prSet presAssocID="{EF61C9BD-1622-4452-A87A-23048688576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6E50516-FA7F-496E-A656-21A65F301178}" srcId="{14AC26F8-F156-4CED-9893-E44CDA545A08}" destId="{EBC855DF-F5DE-46B9-9BC7-0AFBE3D14193}" srcOrd="3" destOrd="0" parTransId="{42753786-2D4B-467C-B7F7-F01BA60C593C}" sibTransId="{6A3821F1-F740-4C6F-880A-B754ECB23121}"/>
    <dgm:cxn modelId="{2F599B1E-92E9-4FC8-AAF0-EA848BEE4F1B}" srcId="{14AC26F8-F156-4CED-9893-E44CDA545A08}" destId="{EB2EA4D1-1ECE-4FB5-A293-1F51FFB445AA}" srcOrd="2" destOrd="0" parTransId="{060FB6E0-9884-4814-BE35-C15505BF7AB9}" sibTransId="{16EC93E8-64A7-4CA4-B14E-064C2A294006}"/>
    <dgm:cxn modelId="{E492282D-9503-45A4-8FE3-57FC93929B09}" srcId="{14AC26F8-F156-4CED-9893-E44CDA545A08}" destId="{EF61C9BD-1622-4452-A87A-230486885764}" srcOrd="5" destOrd="0" parTransId="{FC994FCC-344F-448B-BAAB-4B69C8EC995F}" sibTransId="{B6432715-ADAB-4429-9875-B57176C38E73}"/>
    <dgm:cxn modelId="{C022D543-4903-489E-84E3-11E84E8FB1F1}" type="presOf" srcId="{EF61C9BD-1622-4452-A87A-230486885764}" destId="{1677ED7A-EA9D-4AAC-9F4E-3D4EE6DDED0E}" srcOrd="0" destOrd="0" presId="urn:microsoft.com/office/officeart/2005/8/layout/vList2"/>
    <dgm:cxn modelId="{78D5584E-3967-4D54-8498-236B9A812425}" type="presOf" srcId="{DAB675C4-2240-43D1-B277-9DFDBD89288A}" destId="{07C649D3-0E8E-4097-A04E-E0D2B28689D9}" srcOrd="0" destOrd="0" presId="urn:microsoft.com/office/officeart/2005/8/layout/vList2"/>
    <dgm:cxn modelId="{AD3D0854-03F8-4904-895D-47A12B15D24E}" srcId="{14AC26F8-F156-4CED-9893-E44CDA545A08}" destId="{4A14F47E-220D-47A6-B68E-EF451B943306}" srcOrd="0" destOrd="0" parTransId="{E69932C5-2FC5-4DDE-82A8-5A94868B391D}" sibTransId="{E9FD44BC-33CC-4F2C-B5C6-8C99ADCD7F19}"/>
    <dgm:cxn modelId="{900B4482-AE73-41E7-96B7-3A6F07581F46}" type="presOf" srcId="{EB2EA4D1-1ECE-4FB5-A293-1F51FFB445AA}" destId="{AA2377D5-173D-44A4-A22D-7717329EB19F}" srcOrd="0" destOrd="0" presId="urn:microsoft.com/office/officeart/2005/8/layout/vList2"/>
    <dgm:cxn modelId="{F8CA048B-2D17-445E-A632-D2266321A095}" type="presOf" srcId="{14AC26F8-F156-4CED-9893-E44CDA545A08}" destId="{5E28345A-04CB-4CB7-BEFE-C96E952D036E}" srcOrd="0" destOrd="0" presId="urn:microsoft.com/office/officeart/2005/8/layout/vList2"/>
    <dgm:cxn modelId="{DA93D199-4A9A-40A6-A765-C6B7BC66A9B7}" srcId="{14AC26F8-F156-4CED-9893-E44CDA545A08}" destId="{DAB675C4-2240-43D1-B277-9DFDBD89288A}" srcOrd="1" destOrd="0" parTransId="{C3FE2B56-BB2F-4B04-911C-7C8A948A6B8C}" sibTransId="{88DD1EF0-FE90-4B9B-88DA-87368C356B30}"/>
    <dgm:cxn modelId="{FA1669AA-63ED-4B62-BF86-E9E95A50A1FF}" type="presOf" srcId="{4A14F47E-220D-47A6-B68E-EF451B943306}" destId="{0D58B16F-649D-4161-8724-076A05C852E7}" srcOrd="0" destOrd="0" presId="urn:microsoft.com/office/officeart/2005/8/layout/vList2"/>
    <dgm:cxn modelId="{04A9A9B1-DD04-4F85-988A-41CFDC7670B9}" type="presOf" srcId="{EBC855DF-F5DE-46B9-9BC7-0AFBE3D14193}" destId="{30E0CBEC-3721-4A5E-BFF2-4114CD8F2029}" srcOrd="0" destOrd="0" presId="urn:microsoft.com/office/officeart/2005/8/layout/vList2"/>
    <dgm:cxn modelId="{4D5BCEBA-51DA-4FC0-A8CC-7C5292CE2AEA}" srcId="{14AC26F8-F156-4CED-9893-E44CDA545A08}" destId="{15161A20-0FC3-442D-AA67-A80F2A712F4E}" srcOrd="4" destOrd="0" parTransId="{3A5076DC-6ADA-4D4D-9AB8-482ABCDA144F}" sibTransId="{4C6A428B-A232-44AE-B0CD-7FAF3A48B64D}"/>
    <dgm:cxn modelId="{CC3ADBE0-8627-46B4-AF5D-221FFCE5B5A7}" type="presOf" srcId="{15161A20-0FC3-442D-AA67-A80F2A712F4E}" destId="{C6E00D08-87EB-4ADF-8EB5-BD3F5341EA24}" srcOrd="0" destOrd="0" presId="urn:microsoft.com/office/officeart/2005/8/layout/vList2"/>
    <dgm:cxn modelId="{D5B9F0A3-F57F-45CA-AC55-8F4AA3586E57}" type="presParOf" srcId="{5E28345A-04CB-4CB7-BEFE-C96E952D036E}" destId="{0D58B16F-649D-4161-8724-076A05C852E7}" srcOrd="0" destOrd="0" presId="urn:microsoft.com/office/officeart/2005/8/layout/vList2"/>
    <dgm:cxn modelId="{B17C0558-2F77-4623-8081-2305051D6C64}" type="presParOf" srcId="{5E28345A-04CB-4CB7-BEFE-C96E952D036E}" destId="{CD1DAA67-8506-4DA3-914E-1CADB7C7FFA7}" srcOrd="1" destOrd="0" presId="urn:microsoft.com/office/officeart/2005/8/layout/vList2"/>
    <dgm:cxn modelId="{231F86EB-A018-481B-8B06-DDA0A286650B}" type="presParOf" srcId="{5E28345A-04CB-4CB7-BEFE-C96E952D036E}" destId="{07C649D3-0E8E-4097-A04E-E0D2B28689D9}" srcOrd="2" destOrd="0" presId="urn:microsoft.com/office/officeart/2005/8/layout/vList2"/>
    <dgm:cxn modelId="{7F64827A-D40C-48A0-80A4-6C8CD00FEC93}" type="presParOf" srcId="{5E28345A-04CB-4CB7-BEFE-C96E952D036E}" destId="{75432D86-82A0-4957-80F3-7E260CB8190B}" srcOrd="3" destOrd="0" presId="urn:microsoft.com/office/officeart/2005/8/layout/vList2"/>
    <dgm:cxn modelId="{ACA253E5-C1D6-492C-BA00-E8109E8C5D53}" type="presParOf" srcId="{5E28345A-04CB-4CB7-BEFE-C96E952D036E}" destId="{AA2377D5-173D-44A4-A22D-7717329EB19F}" srcOrd="4" destOrd="0" presId="urn:microsoft.com/office/officeart/2005/8/layout/vList2"/>
    <dgm:cxn modelId="{EFB081F0-3C9D-4B20-AAE7-F923E0CD6C40}" type="presParOf" srcId="{5E28345A-04CB-4CB7-BEFE-C96E952D036E}" destId="{34E583F7-F2B4-406A-B163-34193A46FE18}" srcOrd="5" destOrd="0" presId="urn:microsoft.com/office/officeart/2005/8/layout/vList2"/>
    <dgm:cxn modelId="{B26B9B00-7E15-4B3D-A7D2-EBCA5700C2E1}" type="presParOf" srcId="{5E28345A-04CB-4CB7-BEFE-C96E952D036E}" destId="{30E0CBEC-3721-4A5E-BFF2-4114CD8F2029}" srcOrd="6" destOrd="0" presId="urn:microsoft.com/office/officeart/2005/8/layout/vList2"/>
    <dgm:cxn modelId="{33EA1462-20AC-4038-8229-E53483F9C756}" type="presParOf" srcId="{5E28345A-04CB-4CB7-BEFE-C96E952D036E}" destId="{FA957B0D-AD9F-4ECE-ABC1-196E0C9C4131}" srcOrd="7" destOrd="0" presId="urn:microsoft.com/office/officeart/2005/8/layout/vList2"/>
    <dgm:cxn modelId="{57DE260C-7483-49A0-805B-217B1D8F8B1B}" type="presParOf" srcId="{5E28345A-04CB-4CB7-BEFE-C96E952D036E}" destId="{C6E00D08-87EB-4ADF-8EB5-BD3F5341EA24}" srcOrd="8" destOrd="0" presId="urn:microsoft.com/office/officeart/2005/8/layout/vList2"/>
    <dgm:cxn modelId="{4364E6B7-350D-4EB0-885A-9A17CA812B61}" type="presParOf" srcId="{5E28345A-04CB-4CB7-BEFE-C96E952D036E}" destId="{83CAC103-B91B-44A6-ADA5-0DF554177037}" srcOrd="9" destOrd="0" presId="urn:microsoft.com/office/officeart/2005/8/layout/vList2"/>
    <dgm:cxn modelId="{FA768FF8-3A45-47F3-B3BC-36B762E4EC2C}" type="presParOf" srcId="{5E28345A-04CB-4CB7-BEFE-C96E952D036E}" destId="{1677ED7A-EA9D-4AAC-9F4E-3D4EE6DDED0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750D3C-8272-4443-924E-08F89168951B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5B2DF20-A6DE-480B-BF01-B80A1B537FA4}">
      <dgm:prSet/>
      <dgm:spPr/>
      <dgm:t>
        <a:bodyPr/>
        <a:lstStyle/>
        <a:p>
          <a:r>
            <a:rPr lang="es-ES"/>
            <a:t>Se buscó predecir la calificación final del estudiante a partir de variables académicas, conductuales y contextuales.</a:t>
          </a:r>
          <a:endParaRPr lang="en-US"/>
        </a:p>
      </dgm:t>
    </dgm:pt>
    <dgm:pt modelId="{1399D89D-EBED-437E-905E-7736A85EC7DD}" type="parTrans" cxnId="{56EE1AD3-F6F9-4495-B862-6D0C8D73D10B}">
      <dgm:prSet/>
      <dgm:spPr/>
      <dgm:t>
        <a:bodyPr/>
        <a:lstStyle/>
        <a:p>
          <a:endParaRPr lang="en-US"/>
        </a:p>
      </dgm:t>
    </dgm:pt>
    <dgm:pt modelId="{B700B0EF-0539-4A73-A193-F087E4A3DE94}" type="sibTrans" cxnId="{56EE1AD3-F6F9-4495-B862-6D0C8D73D10B}">
      <dgm:prSet/>
      <dgm:spPr/>
      <dgm:t>
        <a:bodyPr/>
        <a:lstStyle/>
        <a:p>
          <a:endParaRPr lang="en-US"/>
        </a:p>
      </dgm:t>
    </dgm:pt>
    <dgm:pt modelId="{7668794C-8CAB-4859-B85F-01E4ED502D1A}">
      <dgm:prSet/>
      <dgm:spPr/>
      <dgm:t>
        <a:bodyPr/>
        <a:lstStyle/>
        <a:p>
          <a:r>
            <a:rPr lang="es-ES"/>
            <a:t>Tranformaciones aplicadas:</a:t>
          </a:r>
          <a:endParaRPr lang="en-US"/>
        </a:p>
      </dgm:t>
    </dgm:pt>
    <dgm:pt modelId="{4B40E247-0F0C-4838-BABC-A857A8929975}" type="parTrans" cxnId="{48B6A0D3-F479-4E13-9742-5BACE7F62EB1}">
      <dgm:prSet/>
      <dgm:spPr/>
      <dgm:t>
        <a:bodyPr/>
        <a:lstStyle/>
        <a:p>
          <a:endParaRPr lang="en-US"/>
        </a:p>
      </dgm:t>
    </dgm:pt>
    <dgm:pt modelId="{D9CFDE12-A630-45C8-ACA6-DE62C0BCB757}" type="sibTrans" cxnId="{48B6A0D3-F479-4E13-9742-5BACE7F62EB1}">
      <dgm:prSet/>
      <dgm:spPr/>
      <dgm:t>
        <a:bodyPr/>
        <a:lstStyle/>
        <a:p>
          <a:endParaRPr lang="en-US"/>
        </a:p>
      </dgm:t>
    </dgm:pt>
    <dgm:pt modelId="{27FA76F4-6108-41B6-83A8-A8B6C6C31543}">
      <dgm:prSet/>
      <dgm:spPr/>
      <dgm:t>
        <a:bodyPr/>
        <a:lstStyle/>
        <a:p>
          <a:r>
            <a:rPr lang="es-ES"/>
            <a:t>OneHotEncoder, binarias (gender, internet_access, extra_classes)</a:t>
          </a:r>
          <a:endParaRPr lang="en-US"/>
        </a:p>
      </dgm:t>
    </dgm:pt>
    <dgm:pt modelId="{74A159A8-C2D1-4221-90D5-DC580B61D75B}" type="parTrans" cxnId="{28EADED8-3791-4041-BD84-1A9098223428}">
      <dgm:prSet/>
      <dgm:spPr/>
      <dgm:t>
        <a:bodyPr/>
        <a:lstStyle/>
        <a:p>
          <a:endParaRPr lang="en-US"/>
        </a:p>
      </dgm:t>
    </dgm:pt>
    <dgm:pt modelId="{A6C9DAFA-9E95-4DE5-AE0A-E56CF041BAD5}" type="sibTrans" cxnId="{28EADED8-3791-4041-BD84-1A9098223428}">
      <dgm:prSet/>
      <dgm:spPr/>
      <dgm:t>
        <a:bodyPr/>
        <a:lstStyle/>
        <a:p>
          <a:endParaRPr lang="en-US"/>
        </a:p>
      </dgm:t>
    </dgm:pt>
    <dgm:pt modelId="{B51829F6-FBA1-47D4-9F38-22D78FD62447}">
      <dgm:prSet/>
      <dgm:spPr/>
      <dgm:t>
        <a:bodyPr/>
        <a:lstStyle/>
        <a:p>
          <a:r>
            <a:rPr lang="es-ES"/>
            <a:t>OrdinalEncoder, parent_education</a:t>
          </a:r>
          <a:endParaRPr lang="en-US"/>
        </a:p>
      </dgm:t>
    </dgm:pt>
    <dgm:pt modelId="{6ADDB8E1-A796-48DA-BE59-E9D666D78A80}" type="parTrans" cxnId="{9621615A-6B4B-49E4-BA38-3AC5F3BBAD8E}">
      <dgm:prSet/>
      <dgm:spPr/>
      <dgm:t>
        <a:bodyPr/>
        <a:lstStyle/>
        <a:p>
          <a:endParaRPr lang="en-US"/>
        </a:p>
      </dgm:t>
    </dgm:pt>
    <dgm:pt modelId="{DD6DD453-D1FB-4004-A91E-A87B8ADBD3BF}" type="sibTrans" cxnId="{9621615A-6B4B-49E4-BA38-3AC5F3BBAD8E}">
      <dgm:prSet/>
      <dgm:spPr/>
      <dgm:t>
        <a:bodyPr/>
        <a:lstStyle/>
        <a:p>
          <a:endParaRPr lang="en-US"/>
        </a:p>
      </dgm:t>
    </dgm:pt>
    <dgm:pt modelId="{A88EF7FA-68CE-4C0D-B4EB-4878D2C86B14}">
      <dgm:prSet/>
      <dgm:spPr/>
      <dgm:t>
        <a:bodyPr/>
        <a:lstStyle/>
        <a:p>
          <a:r>
            <a:rPr lang="es-ES"/>
            <a:t>Standard Scaler, variables numericas</a:t>
          </a:r>
          <a:endParaRPr lang="en-US"/>
        </a:p>
      </dgm:t>
    </dgm:pt>
    <dgm:pt modelId="{5F800EC3-7419-4EA7-A9CB-8761F0F8C607}" type="parTrans" cxnId="{B88B04A4-10A3-47B8-89B6-8E8B278A9B76}">
      <dgm:prSet/>
      <dgm:spPr/>
      <dgm:t>
        <a:bodyPr/>
        <a:lstStyle/>
        <a:p>
          <a:endParaRPr lang="en-US"/>
        </a:p>
      </dgm:t>
    </dgm:pt>
    <dgm:pt modelId="{5272E7AC-F950-4DBA-9348-0AB749473574}" type="sibTrans" cxnId="{B88B04A4-10A3-47B8-89B6-8E8B278A9B76}">
      <dgm:prSet/>
      <dgm:spPr/>
      <dgm:t>
        <a:bodyPr/>
        <a:lstStyle/>
        <a:p>
          <a:endParaRPr lang="en-US"/>
        </a:p>
      </dgm:t>
    </dgm:pt>
    <dgm:pt modelId="{86F5059D-DE0A-422B-A5A1-2532277790C6}">
      <dgm:prSet/>
      <dgm:spPr/>
      <dgm:t>
        <a:bodyPr/>
        <a:lstStyle/>
        <a:p>
          <a:r>
            <a:rPr lang="es-ES"/>
            <a:t>Eliminamos Student_id, no aporta valor predictivo</a:t>
          </a:r>
          <a:endParaRPr lang="en-US"/>
        </a:p>
      </dgm:t>
    </dgm:pt>
    <dgm:pt modelId="{7A22D37D-69AF-4D41-8A97-81AD159C832D}" type="parTrans" cxnId="{F456493C-8D88-4EA4-9FAA-1ABCEF13E476}">
      <dgm:prSet/>
      <dgm:spPr/>
      <dgm:t>
        <a:bodyPr/>
        <a:lstStyle/>
        <a:p>
          <a:endParaRPr lang="en-US"/>
        </a:p>
      </dgm:t>
    </dgm:pt>
    <dgm:pt modelId="{EA5F6662-B13F-428F-ACD4-57A0D7452F83}" type="sibTrans" cxnId="{F456493C-8D88-4EA4-9FAA-1ABCEF13E476}">
      <dgm:prSet/>
      <dgm:spPr/>
      <dgm:t>
        <a:bodyPr/>
        <a:lstStyle/>
        <a:p>
          <a:endParaRPr lang="en-US"/>
        </a:p>
      </dgm:t>
    </dgm:pt>
    <dgm:pt modelId="{862FB557-0381-4B95-9A58-1E1FABA4AF4C}">
      <dgm:prSet/>
      <dgm:spPr/>
      <dgm:t>
        <a:bodyPr/>
        <a:lstStyle/>
        <a:p>
          <a:r>
            <a:rPr lang="es-ES"/>
            <a:t>Eliminamos overall_score, por data leakage</a:t>
          </a:r>
          <a:endParaRPr lang="en-US"/>
        </a:p>
      </dgm:t>
    </dgm:pt>
    <dgm:pt modelId="{B0C30948-BE6E-4542-A9E8-60F12C779D41}" type="parTrans" cxnId="{0955BC89-0ADD-4F63-9EF5-D741E36D887B}">
      <dgm:prSet/>
      <dgm:spPr/>
      <dgm:t>
        <a:bodyPr/>
        <a:lstStyle/>
        <a:p>
          <a:endParaRPr lang="en-US"/>
        </a:p>
      </dgm:t>
    </dgm:pt>
    <dgm:pt modelId="{76FEAF64-47D3-4148-8B28-4F9690660BC4}" type="sibTrans" cxnId="{0955BC89-0ADD-4F63-9EF5-D741E36D887B}">
      <dgm:prSet/>
      <dgm:spPr/>
      <dgm:t>
        <a:bodyPr/>
        <a:lstStyle/>
        <a:p>
          <a:endParaRPr lang="en-US"/>
        </a:p>
      </dgm:t>
    </dgm:pt>
    <dgm:pt modelId="{E975CAA9-1828-479B-BD7F-3F8E49B4574C}" type="pres">
      <dgm:prSet presAssocID="{2B750D3C-8272-4443-924E-08F89168951B}" presName="vert0" presStyleCnt="0">
        <dgm:presLayoutVars>
          <dgm:dir/>
          <dgm:animOne val="branch"/>
          <dgm:animLvl val="lvl"/>
        </dgm:presLayoutVars>
      </dgm:prSet>
      <dgm:spPr/>
    </dgm:pt>
    <dgm:pt modelId="{4054106A-B388-4081-BAD0-8FAF298E6397}" type="pres">
      <dgm:prSet presAssocID="{65B2DF20-A6DE-480B-BF01-B80A1B537FA4}" presName="thickLine" presStyleLbl="alignNode1" presStyleIdx="0" presStyleCnt="7"/>
      <dgm:spPr/>
    </dgm:pt>
    <dgm:pt modelId="{3FB05684-0782-4348-8C44-48519D790816}" type="pres">
      <dgm:prSet presAssocID="{65B2DF20-A6DE-480B-BF01-B80A1B537FA4}" presName="horz1" presStyleCnt="0"/>
      <dgm:spPr/>
    </dgm:pt>
    <dgm:pt modelId="{439D5E65-B9EA-40FE-89C8-32F0B7AA8147}" type="pres">
      <dgm:prSet presAssocID="{65B2DF20-A6DE-480B-BF01-B80A1B537FA4}" presName="tx1" presStyleLbl="revTx" presStyleIdx="0" presStyleCnt="7"/>
      <dgm:spPr/>
    </dgm:pt>
    <dgm:pt modelId="{5331240A-9FC0-4BD2-845F-941F787B925C}" type="pres">
      <dgm:prSet presAssocID="{65B2DF20-A6DE-480B-BF01-B80A1B537FA4}" presName="vert1" presStyleCnt="0"/>
      <dgm:spPr/>
    </dgm:pt>
    <dgm:pt modelId="{2F5530F4-6CAE-429F-A7E7-2B4EA76E2499}" type="pres">
      <dgm:prSet presAssocID="{7668794C-8CAB-4859-B85F-01E4ED502D1A}" presName="thickLine" presStyleLbl="alignNode1" presStyleIdx="1" presStyleCnt="7"/>
      <dgm:spPr/>
    </dgm:pt>
    <dgm:pt modelId="{293E3267-69A5-4FB2-966A-3020FACF14F1}" type="pres">
      <dgm:prSet presAssocID="{7668794C-8CAB-4859-B85F-01E4ED502D1A}" presName="horz1" presStyleCnt="0"/>
      <dgm:spPr/>
    </dgm:pt>
    <dgm:pt modelId="{DAFBF946-47F6-4854-8752-7B43DEC0A245}" type="pres">
      <dgm:prSet presAssocID="{7668794C-8CAB-4859-B85F-01E4ED502D1A}" presName="tx1" presStyleLbl="revTx" presStyleIdx="1" presStyleCnt="7"/>
      <dgm:spPr/>
    </dgm:pt>
    <dgm:pt modelId="{2B03E4D2-915A-4706-A74B-8BDE0B88AE17}" type="pres">
      <dgm:prSet presAssocID="{7668794C-8CAB-4859-B85F-01E4ED502D1A}" presName="vert1" presStyleCnt="0"/>
      <dgm:spPr/>
    </dgm:pt>
    <dgm:pt modelId="{18A3EB18-F41C-428F-BC29-03E16C2CC3A6}" type="pres">
      <dgm:prSet presAssocID="{27FA76F4-6108-41B6-83A8-A8B6C6C31543}" presName="thickLine" presStyleLbl="alignNode1" presStyleIdx="2" presStyleCnt="7"/>
      <dgm:spPr/>
    </dgm:pt>
    <dgm:pt modelId="{CC21F19D-219D-4D57-92CF-29DB09251693}" type="pres">
      <dgm:prSet presAssocID="{27FA76F4-6108-41B6-83A8-A8B6C6C31543}" presName="horz1" presStyleCnt="0"/>
      <dgm:spPr/>
    </dgm:pt>
    <dgm:pt modelId="{FF1D9E03-F5BF-48FA-8D4B-773C6071578C}" type="pres">
      <dgm:prSet presAssocID="{27FA76F4-6108-41B6-83A8-A8B6C6C31543}" presName="tx1" presStyleLbl="revTx" presStyleIdx="2" presStyleCnt="7"/>
      <dgm:spPr/>
    </dgm:pt>
    <dgm:pt modelId="{C071CC11-0B18-4FA1-81DD-1D0BB5B273F5}" type="pres">
      <dgm:prSet presAssocID="{27FA76F4-6108-41B6-83A8-A8B6C6C31543}" presName="vert1" presStyleCnt="0"/>
      <dgm:spPr/>
    </dgm:pt>
    <dgm:pt modelId="{4BDFBA7E-024C-4583-B51B-0BCF3ACEDF0A}" type="pres">
      <dgm:prSet presAssocID="{B51829F6-FBA1-47D4-9F38-22D78FD62447}" presName="thickLine" presStyleLbl="alignNode1" presStyleIdx="3" presStyleCnt="7"/>
      <dgm:spPr/>
    </dgm:pt>
    <dgm:pt modelId="{EFAC9962-7D04-4B65-A06D-1DAB1DD1D4DA}" type="pres">
      <dgm:prSet presAssocID="{B51829F6-FBA1-47D4-9F38-22D78FD62447}" presName="horz1" presStyleCnt="0"/>
      <dgm:spPr/>
    </dgm:pt>
    <dgm:pt modelId="{A68FF6FD-77EA-4151-8EFF-AD7C3D574DF4}" type="pres">
      <dgm:prSet presAssocID="{B51829F6-FBA1-47D4-9F38-22D78FD62447}" presName="tx1" presStyleLbl="revTx" presStyleIdx="3" presStyleCnt="7"/>
      <dgm:spPr/>
    </dgm:pt>
    <dgm:pt modelId="{7EDFD477-F03E-4B40-948A-C72521DCFBFF}" type="pres">
      <dgm:prSet presAssocID="{B51829F6-FBA1-47D4-9F38-22D78FD62447}" presName="vert1" presStyleCnt="0"/>
      <dgm:spPr/>
    </dgm:pt>
    <dgm:pt modelId="{04509029-F1AD-49EB-9DFD-ED3E8DF6CF6D}" type="pres">
      <dgm:prSet presAssocID="{A88EF7FA-68CE-4C0D-B4EB-4878D2C86B14}" presName="thickLine" presStyleLbl="alignNode1" presStyleIdx="4" presStyleCnt="7"/>
      <dgm:spPr/>
    </dgm:pt>
    <dgm:pt modelId="{AA011C83-3322-420F-AD04-6A10776445E6}" type="pres">
      <dgm:prSet presAssocID="{A88EF7FA-68CE-4C0D-B4EB-4878D2C86B14}" presName="horz1" presStyleCnt="0"/>
      <dgm:spPr/>
    </dgm:pt>
    <dgm:pt modelId="{C20410FC-8EC3-4766-BD02-FDFFE0822F50}" type="pres">
      <dgm:prSet presAssocID="{A88EF7FA-68CE-4C0D-B4EB-4878D2C86B14}" presName="tx1" presStyleLbl="revTx" presStyleIdx="4" presStyleCnt="7"/>
      <dgm:spPr/>
    </dgm:pt>
    <dgm:pt modelId="{85B9EA83-AEC2-4B8E-9EF0-65E0099CB289}" type="pres">
      <dgm:prSet presAssocID="{A88EF7FA-68CE-4C0D-B4EB-4878D2C86B14}" presName="vert1" presStyleCnt="0"/>
      <dgm:spPr/>
    </dgm:pt>
    <dgm:pt modelId="{DC54E2C9-49D5-4F4A-86BA-B24A68A2A95E}" type="pres">
      <dgm:prSet presAssocID="{86F5059D-DE0A-422B-A5A1-2532277790C6}" presName="thickLine" presStyleLbl="alignNode1" presStyleIdx="5" presStyleCnt="7"/>
      <dgm:spPr/>
    </dgm:pt>
    <dgm:pt modelId="{2E3D557E-71D2-488E-9892-A981EBC6263A}" type="pres">
      <dgm:prSet presAssocID="{86F5059D-DE0A-422B-A5A1-2532277790C6}" presName="horz1" presStyleCnt="0"/>
      <dgm:spPr/>
    </dgm:pt>
    <dgm:pt modelId="{7AFE6B15-059F-4E71-A873-B11F578C785E}" type="pres">
      <dgm:prSet presAssocID="{86F5059D-DE0A-422B-A5A1-2532277790C6}" presName="tx1" presStyleLbl="revTx" presStyleIdx="5" presStyleCnt="7"/>
      <dgm:spPr/>
    </dgm:pt>
    <dgm:pt modelId="{6538703C-8CA0-4BE4-8B8E-D2F415E89B36}" type="pres">
      <dgm:prSet presAssocID="{86F5059D-DE0A-422B-A5A1-2532277790C6}" presName="vert1" presStyleCnt="0"/>
      <dgm:spPr/>
    </dgm:pt>
    <dgm:pt modelId="{4380E6FD-758D-4732-90DE-7B9832254D9A}" type="pres">
      <dgm:prSet presAssocID="{862FB557-0381-4B95-9A58-1E1FABA4AF4C}" presName="thickLine" presStyleLbl="alignNode1" presStyleIdx="6" presStyleCnt="7"/>
      <dgm:spPr/>
    </dgm:pt>
    <dgm:pt modelId="{E15F6200-8977-46F3-B02B-105FAA31E10E}" type="pres">
      <dgm:prSet presAssocID="{862FB557-0381-4B95-9A58-1E1FABA4AF4C}" presName="horz1" presStyleCnt="0"/>
      <dgm:spPr/>
    </dgm:pt>
    <dgm:pt modelId="{C5AF5647-681A-487E-8CE3-6135409919FD}" type="pres">
      <dgm:prSet presAssocID="{862FB557-0381-4B95-9A58-1E1FABA4AF4C}" presName="tx1" presStyleLbl="revTx" presStyleIdx="6" presStyleCnt="7"/>
      <dgm:spPr/>
    </dgm:pt>
    <dgm:pt modelId="{D1455EAE-9EAD-4866-82A1-CF801E858020}" type="pres">
      <dgm:prSet presAssocID="{862FB557-0381-4B95-9A58-1E1FABA4AF4C}" presName="vert1" presStyleCnt="0"/>
      <dgm:spPr/>
    </dgm:pt>
  </dgm:ptLst>
  <dgm:cxnLst>
    <dgm:cxn modelId="{4B52FF0B-8A3A-437E-A69A-B0F3921D160C}" type="presOf" srcId="{7668794C-8CAB-4859-B85F-01E4ED502D1A}" destId="{DAFBF946-47F6-4854-8752-7B43DEC0A245}" srcOrd="0" destOrd="0" presId="urn:microsoft.com/office/officeart/2008/layout/LinedList"/>
    <dgm:cxn modelId="{ACAAE12F-0D8A-4343-976A-669CD415EB6A}" type="presOf" srcId="{27FA76F4-6108-41B6-83A8-A8B6C6C31543}" destId="{FF1D9E03-F5BF-48FA-8D4B-773C6071578C}" srcOrd="0" destOrd="0" presId="urn:microsoft.com/office/officeart/2008/layout/LinedList"/>
    <dgm:cxn modelId="{2C350A3B-9480-4494-B191-512FB7DAA3BF}" type="presOf" srcId="{86F5059D-DE0A-422B-A5A1-2532277790C6}" destId="{7AFE6B15-059F-4E71-A873-B11F578C785E}" srcOrd="0" destOrd="0" presId="urn:microsoft.com/office/officeart/2008/layout/LinedList"/>
    <dgm:cxn modelId="{F456493C-8D88-4EA4-9FAA-1ABCEF13E476}" srcId="{2B750D3C-8272-4443-924E-08F89168951B}" destId="{86F5059D-DE0A-422B-A5A1-2532277790C6}" srcOrd="5" destOrd="0" parTransId="{7A22D37D-69AF-4D41-8A97-81AD159C832D}" sibTransId="{EA5F6662-B13F-428F-ACD4-57A0D7452F83}"/>
    <dgm:cxn modelId="{9621615A-6B4B-49E4-BA38-3AC5F3BBAD8E}" srcId="{2B750D3C-8272-4443-924E-08F89168951B}" destId="{B51829F6-FBA1-47D4-9F38-22D78FD62447}" srcOrd="3" destOrd="0" parTransId="{6ADDB8E1-A796-48DA-BE59-E9D666D78A80}" sibTransId="{DD6DD453-D1FB-4004-A91E-A87B8ADBD3BF}"/>
    <dgm:cxn modelId="{0955BC89-0ADD-4F63-9EF5-D741E36D887B}" srcId="{2B750D3C-8272-4443-924E-08F89168951B}" destId="{862FB557-0381-4B95-9A58-1E1FABA4AF4C}" srcOrd="6" destOrd="0" parTransId="{B0C30948-BE6E-4542-A9E8-60F12C779D41}" sibTransId="{76FEAF64-47D3-4148-8B28-4F9690660BC4}"/>
    <dgm:cxn modelId="{4CC8FE8B-A701-4F2E-8497-B2B6FC3C504E}" type="presOf" srcId="{B51829F6-FBA1-47D4-9F38-22D78FD62447}" destId="{A68FF6FD-77EA-4151-8EFF-AD7C3D574DF4}" srcOrd="0" destOrd="0" presId="urn:microsoft.com/office/officeart/2008/layout/LinedList"/>
    <dgm:cxn modelId="{88828891-224E-4591-8CF6-59F69B97E58A}" type="presOf" srcId="{A88EF7FA-68CE-4C0D-B4EB-4878D2C86B14}" destId="{C20410FC-8EC3-4766-BD02-FDFFE0822F50}" srcOrd="0" destOrd="0" presId="urn:microsoft.com/office/officeart/2008/layout/LinedList"/>
    <dgm:cxn modelId="{B88B04A4-10A3-47B8-89B6-8E8B278A9B76}" srcId="{2B750D3C-8272-4443-924E-08F89168951B}" destId="{A88EF7FA-68CE-4C0D-B4EB-4878D2C86B14}" srcOrd="4" destOrd="0" parTransId="{5F800EC3-7419-4EA7-A9CB-8761F0F8C607}" sibTransId="{5272E7AC-F950-4DBA-9348-0AB749473574}"/>
    <dgm:cxn modelId="{891D1EBA-2DCF-4661-8D18-ADA176242FB2}" type="presOf" srcId="{862FB557-0381-4B95-9A58-1E1FABA4AF4C}" destId="{C5AF5647-681A-487E-8CE3-6135409919FD}" srcOrd="0" destOrd="0" presId="urn:microsoft.com/office/officeart/2008/layout/LinedList"/>
    <dgm:cxn modelId="{56EE1AD3-F6F9-4495-B862-6D0C8D73D10B}" srcId="{2B750D3C-8272-4443-924E-08F89168951B}" destId="{65B2DF20-A6DE-480B-BF01-B80A1B537FA4}" srcOrd="0" destOrd="0" parTransId="{1399D89D-EBED-437E-905E-7736A85EC7DD}" sibTransId="{B700B0EF-0539-4A73-A193-F087E4A3DE94}"/>
    <dgm:cxn modelId="{48B6A0D3-F479-4E13-9742-5BACE7F62EB1}" srcId="{2B750D3C-8272-4443-924E-08F89168951B}" destId="{7668794C-8CAB-4859-B85F-01E4ED502D1A}" srcOrd="1" destOrd="0" parTransId="{4B40E247-0F0C-4838-BABC-A857A8929975}" sibTransId="{D9CFDE12-A630-45C8-ACA6-DE62C0BCB757}"/>
    <dgm:cxn modelId="{28EADED8-3791-4041-BD84-1A9098223428}" srcId="{2B750D3C-8272-4443-924E-08F89168951B}" destId="{27FA76F4-6108-41B6-83A8-A8B6C6C31543}" srcOrd="2" destOrd="0" parTransId="{74A159A8-C2D1-4221-90D5-DC580B61D75B}" sibTransId="{A6C9DAFA-9E95-4DE5-AE0A-E56CF041BAD5}"/>
    <dgm:cxn modelId="{EB5BB3E0-A412-4EBA-8651-A6E963F6BCA8}" type="presOf" srcId="{2B750D3C-8272-4443-924E-08F89168951B}" destId="{E975CAA9-1828-479B-BD7F-3F8E49B4574C}" srcOrd="0" destOrd="0" presId="urn:microsoft.com/office/officeart/2008/layout/LinedList"/>
    <dgm:cxn modelId="{9E0E07F6-BF5D-4A72-BFE1-A64B7B1D80CA}" type="presOf" srcId="{65B2DF20-A6DE-480B-BF01-B80A1B537FA4}" destId="{439D5E65-B9EA-40FE-89C8-32F0B7AA8147}" srcOrd="0" destOrd="0" presId="urn:microsoft.com/office/officeart/2008/layout/LinedList"/>
    <dgm:cxn modelId="{AD78B342-A6BC-4988-AF3A-2C984C54019F}" type="presParOf" srcId="{E975CAA9-1828-479B-BD7F-3F8E49B4574C}" destId="{4054106A-B388-4081-BAD0-8FAF298E6397}" srcOrd="0" destOrd="0" presId="urn:microsoft.com/office/officeart/2008/layout/LinedList"/>
    <dgm:cxn modelId="{642F58D5-6582-46A7-A6E6-B0CABFF4CE9B}" type="presParOf" srcId="{E975CAA9-1828-479B-BD7F-3F8E49B4574C}" destId="{3FB05684-0782-4348-8C44-48519D790816}" srcOrd="1" destOrd="0" presId="urn:microsoft.com/office/officeart/2008/layout/LinedList"/>
    <dgm:cxn modelId="{A9EE7440-978F-4DE1-9278-2D52318D2556}" type="presParOf" srcId="{3FB05684-0782-4348-8C44-48519D790816}" destId="{439D5E65-B9EA-40FE-89C8-32F0B7AA8147}" srcOrd="0" destOrd="0" presId="urn:microsoft.com/office/officeart/2008/layout/LinedList"/>
    <dgm:cxn modelId="{0EE303B9-9105-422E-998A-6AAC5A67454C}" type="presParOf" srcId="{3FB05684-0782-4348-8C44-48519D790816}" destId="{5331240A-9FC0-4BD2-845F-941F787B925C}" srcOrd="1" destOrd="0" presId="urn:microsoft.com/office/officeart/2008/layout/LinedList"/>
    <dgm:cxn modelId="{6EEE236F-E570-45D9-8E38-5F4824234630}" type="presParOf" srcId="{E975CAA9-1828-479B-BD7F-3F8E49B4574C}" destId="{2F5530F4-6CAE-429F-A7E7-2B4EA76E2499}" srcOrd="2" destOrd="0" presId="urn:microsoft.com/office/officeart/2008/layout/LinedList"/>
    <dgm:cxn modelId="{08CEBB52-AB1F-4C0C-9E97-9EC929903A4D}" type="presParOf" srcId="{E975CAA9-1828-479B-BD7F-3F8E49B4574C}" destId="{293E3267-69A5-4FB2-966A-3020FACF14F1}" srcOrd="3" destOrd="0" presId="urn:microsoft.com/office/officeart/2008/layout/LinedList"/>
    <dgm:cxn modelId="{F89DA7E8-06BE-4560-B715-EEC8A4C2CF37}" type="presParOf" srcId="{293E3267-69A5-4FB2-966A-3020FACF14F1}" destId="{DAFBF946-47F6-4854-8752-7B43DEC0A245}" srcOrd="0" destOrd="0" presId="urn:microsoft.com/office/officeart/2008/layout/LinedList"/>
    <dgm:cxn modelId="{2937C3D3-899B-485A-8964-ABB84D78620A}" type="presParOf" srcId="{293E3267-69A5-4FB2-966A-3020FACF14F1}" destId="{2B03E4D2-915A-4706-A74B-8BDE0B88AE17}" srcOrd="1" destOrd="0" presId="urn:microsoft.com/office/officeart/2008/layout/LinedList"/>
    <dgm:cxn modelId="{F3BB0AA6-BC84-440B-ACA9-0F7941B35031}" type="presParOf" srcId="{E975CAA9-1828-479B-BD7F-3F8E49B4574C}" destId="{18A3EB18-F41C-428F-BC29-03E16C2CC3A6}" srcOrd="4" destOrd="0" presId="urn:microsoft.com/office/officeart/2008/layout/LinedList"/>
    <dgm:cxn modelId="{738FEBC0-FA51-4B9A-A8B9-1312FA39D56A}" type="presParOf" srcId="{E975CAA9-1828-479B-BD7F-3F8E49B4574C}" destId="{CC21F19D-219D-4D57-92CF-29DB09251693}" srcOrd="5" destOrd="0" presId="urn:microsoft.com/office/officeart/2008/layout/LinedList"/>
    <dgm:cxn modelId="{BB1BBFAF-0C53-46A6-84A6-E25C1BF53472}" type="presParOf" srcId="{CC21F19D-219D-4D57-92CF-29DB09251693}" destId="{FF1D9E03-F5BF-48FA-8D4B-773C6071578C}" srcOrd="0" destOrd="0" presId="urn:microsoft.com/office/officeart/2008/layout/LinedList"/>
    <dgm:cxn modelId="{24E54682-CD86-4D36-AC06-F3016C4D45CB}" type="presParOf" srcId="{CC21F19D-219D-4D57-92CF-29DB09251693}" destId="{C071CC11-0B18-4FA1-81DD-1D0BB5B273F5}" srcOrd="1" destOrd="0" presId="urn:microsoft.com/office/officeart/2008/layout/LinedList"/>
    <dgm:cxn modelId="{823A54AC-385B-4818-8B57-DAF8F76246E3}" type="presParOf" srcId="{E975CAA9-1828-479B-BD7F-3F8E49B4574C}" destId="{4BDFBA7E-024C-4583-B51B-0BCF3ACEDF0A}" srcOrd="6" destOrd="0" presId="urn:microsoft.com/office/officeart/2008/layout/LinedList"/>
    <dgm:cxn modelId="{695DC958-8F06-41B2-9EDE-10E89C8457EF}" type="presParOf" srcId="{E975CAA9-1828-479B-BD7F-3F8E49B4574C}" destId="{EFAC9962-7D04-4B65-A06D-1DAB1DD1D4DA}" srcOrd="7" destOrd="0" presId="urn:microsoft.com/office/officeart/2008/layout/LinedList"/>
    <dgm:cxn modelId="{531CF148-9762-492B-89AF-35A653576A49}" type="presParOf" srcId="{EFAC9962-7D04-4B65-A06D-1DAB1DD1D4DA}" destId="{A68FF6FD-77EA-4151-8EFF-AD7C3D574DF4}" srcOrd="0" destOrd="0" presId="urn:microsoft.com/office/officeart/2008/layout/LinedList"/>
    <dgm:cxn modelId="{92083BC7-B784-4168-B495-855539433C09}" type="presParOf" srcId="{EFAC9962-7D04-4B65-A06D-1DAB1DD1D4DA}" destId="{7EDFD477-F03E-4B40-948A-C72521DCFBFF}" srcOrd="1" destOrd="0" presId="urn:microsoft.com/office/officeart/2008/layout/LinedList"/>
    <dgm:cxn modelId="{E0DB5B23-0BFD-4FC5-BD64-99084D539AFA}" type="presParOf" srcId="{E975CAA9-1828-479B-BD7F-3F8E49B4574C}" destId="{04509029-F1AD-49EB-9DFD-ED3E8DF6CF6D}" srcOrd="8" destOrd="0" presId="urn:microsoft.com/office/officeart/2008/layout/LinedList"/>
    <dgm:cxn modelId="{8DB88252-286A-4746-A0C9-28054C7A6E99}" type="presParOf" srcId="{E975CAA9-1828-479B-BD7F-3F8E49B4574C}" destId="{AA011C83-3322-420F-AD04-6A10776445E6}" srcOrd="9" destOrd="0" presId="urn:microsoft.com/office/officeart/2008/layout/LinedList"/>
    <dgm:cxn modelId="{3E5FF9E6-09A7-4192-AFE3-8F767E1C35DE}" type="presParOf" srcId="{AA011C83-3322-420F-AD04-6A10776445E6}" destId="{C20410FC-8EC3-4766-BD02-FDFFE0822F50}" srcOrd="0" destOrd="0" presId="urn:microsoft.com/office/officeart/2008/layout/LinedList"/>
    <dgm:cxn modelId="{B2B58948-D0D7-490A-9DE4-236777F5858C}" type="presParOf" srcId="{AA011C83-3322-420F-AD04-6A10776445E6}" destId="{85B9EA83-AEC2-4B8E-9EF0-65E0099CB289}" srcOrd="1" destOrd="0" presId="urn:microsoft.com/office/officeart/2008/layout/LinedList"/>
    <dgm:cxn modelId="{31BBFA79-3747-4348-BD01-027599928D80}" type="presParOf" srcId="{E975CAA9-1828-479B-BD7F-3F8E49B4574C}" destId="{DC54E2C9-49D5-4F4A-86BA-B24A68A2A95E}" srcOrd="10" destOrd="0" presId="urn:microsoft.com/office/officeart/2008/layout/LinedList"/>
    <dgm:cxn modelId="{A79AB100-31EF-4269-A44C-22702F47C33B}" type="presParOf" srcId="{E975CAA9-1828-479B-BD7F-3F8E49B4574C}" destId="{2E3D557E-71D2-488E-9892-A981EBC6263A}" srcOrd="11" destOrd="0" presId="urn:microsoft.com/office/officeart/2008/layout/LinedList"/>
    <dgm:cxn modelId="{3DFD0F12-A5B0-4C8B-AFE2-52EB048FF753}" type="presParOf" srcId="{2E3D557E-71D2-488E-9892-A981EBC6263A}" destId="{7AFE6B15-059F-4E71-A873-B11F578C785E}" srcOrd="0" destOrd="0" presId="urn:microsoft.com/office/officeart/2008/layout/LinedList"/>
    <dgm:cxn modelId="{722C0E72-45AA-4E5B-8A2E-99BB1B889358}" type="presParOf" srcId="{2E3D557E-71D2-488E-9892-A981EBC6263A}" destId="{6538703C-8CA0-4BE4-8B8E-D2F415E89B36}" srcOrd="1" destOrd="0" presId="urn:microsoft.com/office/officeart/2008/layout/LinedList"/>
    <dgm:cxn modelId="{EE1BE6D5-4467-492B-B3BF-EB66CAF545B9}" type="presParOf" srcId="{E975CAA9-1828-479B-BD7F-3F8E49B4574C}" destId="{4380E6FD-758D-4732-90DE-7B9832254D9A}" srcOrd="12" destOrd="0" presId="urn:microsoft.com/office/officeart/2008/layout/LinedList"/>
    <dgm:cxn modelId="{02949999-C82C-40CC-9C21-FFCFC9A77DE5}" type="presParOf" srcId="{E975CAA9-1828-479B-BD7F-3F8E49B4574C}" destId="{E15F6200-8977-46F3-B02B-105FAA31E10E}" srcOrd="13" destOrd="0" presId="urn:microsoft.com/office/officeart/2008/layout/LinedList"/>
    <dgm:cxn modelId="{C76225F1-7CF0-4275-BC6A-5A6DA8DD66EB}" type="presParOf" srcId="{E15F6200-8977-46F3-B02B-105FAA31E10E}" destId="{C5AF5647-681A-487E-8CE3-6135409919FD}" srcOrd="0" destOrd="0" presId="urn:microsoft.com/office/officeart/2008/layout/LinedList"/>
    <dgm:cxn modelId="{7FD7CC89-D3FD-4613-94AC-CDEABE73BD07}" type="presParOf" srcId="{E15F6200-8977-46F3-B02B-105FAA31E10E}" destId="{D1455EAE-9EAD-4866-82A1-CF801E85802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F1B0F60-97CA-4920-834F-3A03EF812C8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F32EB62-59F8-4D50-87AD-62838EA93EC5}">
      <dgm:prSet/>
      <dgm:spPr/>
      <dgm:t>
        <a:bodyPr/>
        <a:lstStyle/>
        <a:p>
          <a:r>
            <a:rPr lang="es-MX" dirty="0" err="1"/>
            <a:t>Final_exam_score</a:t>
          </a:r>
          <a:r>
            <a:rPr lang="es-MX" dirty="0"/>
            <a:t>, </a:t>
          </a:r>
          <a:r>
            <a:rPr lang="es-MX" dirty="0" err="1"/>
            <a:t>midterm_score</a:t>
          </a:r>
          <a:r>
            <a:rPr lang="es-MX" dirty="0"/>
            <a:t> y </a:t>
          </a:r>
          <a:r>
            <a:rPr lang="es-MX" dirty="0" err="1"/>
            <a:t>assigment_score</a:t>
          </a:r>
          <a:r>
            <a:rPr lang="es-MX" dirty="0"/>
            <a:t> fueran las mayores variables con mayor predicción.</a:t>
          </a:r>
          <a:endParaRPr lang="en-US" dirty="0"/>
        </a:p>
      </dgm:t>
    </dgm:pt>
    <dgm:pt modelId="{8DC31934-E35F-4BD2-A1CD-E3130CCEC22E}" type="parTrans" cxnId="{67AE41A4-76D8-4592-B72D-B95A43904C29}">
      <dgm:prSet/>
      <dgm:spPr/>
      <dgm:t>
        <a:bodyPr/>
        <a:lstStyle/>
        <a:p>
          <a:endParaRPr lang="en-US"/>
        </a:p>
      </dgm:t>
    </dgm:pt>
    <dgm:pt modelId="{26652C62-7490-4CD4-8EFE-7E397A5A7F76}" type="sibTrans" cxnId="{67AE41A4-76D8-4592-B72D-B95A43904C29}">
      <dgm:prSet/>
      <dgm:spPr/>
      <dgm:t>
        <a:bodyPr/>
        <a:lstStyle/>
        <a:p>
          <a:endParaRPr lang="en-US"/>
        </a:p>
      </dgm:t>
    </dgm:pt>
    <dgm:pt modelId="{744756C2-8095-4A5D-8C0C-3281FAECACC4}">
      <dgm:prSet/>
      <dgm:spPr/>
      <dgm:t>
        <a:bodyPr/>
        <a:lstStyle/>
        <a:p>
          <a:r>
            <a:rPr lang="es-MX"/>
            <a:t>Las contextuales internet_access, extra_classes y parent_education aportan información, menor es su peso individual</a:t>
          </a:r>
          <a:endParaRPr lang="en-US"/>
        </a:p>
      </dgm:t>
    </dgm:pt>
    <dgm:pt modelId="{DFCE2D95-6ADA-4FEE-BEF0-3A93ABA05524}" type="parTrans" cxnId="{ABD1AE9A-282B-4073-B63D-0828E50B70F7}">
      <dgm:prSet/>
      <dgm:spPr/>
      <dgm:t>
        <a:bodyPr/>
        <a:lstStyle/>
        <a:p>
          <a:endParaRPr lang="en-US"/>
        </a:p>
      </dgm:t>
    </dgm:pt>
    <dgm:pt modelId="{38EC7B17-58C8-4A6F-A953-0E4D25CF6436}" type="sibTrans" cxnId="{ABD1AE9A-282B-4073-B63D-0828E50B70F7}">
      <dgm:prSet/>
      <dgm:spPr/>
      <dgm:t>
        <a:bodyPr/>
        <a:lstStyle/>
        <a:p>
          <a:endParaRPr lang="en-US"/>
        </a:p>
      </dgm:t>
    </dgm:pt>
    <dgm:pt modelId="{3CD16EAD-20AB-42B3-AA88-9AD36E8BB489}">
      <dgm:prSet/>
      <dgm:spPr/>
      <dgm:t>
        <a:bodyPr/>
        <a:lstStyle/>
        <a:p>
          <a:r>
            <a:rPr lang="es-ES"/>
            <a:t>Los modelos no lineales, el SVM y MLP, pudieran superar a la regresión logística en F1-score macro.</a:t>
          </a:r>
          <a:endParaRPr lang="en-US"/>
        </a:p>
      </dgm:t>
    </dgm:pt>
    <dgm:pt modelId="{111D9683-37E0-4F57-9A5E-034A5E3F4165}" type="parTrans" cxnId="{7B58D3D6-49D0-4557-8CC6-4FC8ECD2F466}">
      <dgm:prSet/>
      <dgm:spPr/>
      <dgm:t>
        <a:bodyPr/>
        <a:lstStyle/>
        <a:p>
          <a:endParaRPr lang="en-US"/>
        </a:p>
      </dgm:t>
    </dgm:pt>
    <dgm:pt modelId="{FFD1DE11-F73B-4766-A4C6-16BA1AB63EE4}" type="sibTrans" cxnId="{7B58D3D6-49D0-4557-8CC6-4FC8ECD2F466}">
      <dgm:prSet/>
      <dgm:spPr/>
      <dgm:t>
        <a:bodyPr/>
        <a:lstStyle/>
        <a:p>
          <a:endParaRPr lang="en-US"/>
        </a:p>
      </dgm:t>
    </dgm:pt>
    <dgm:pt modelId="{FA2A8C43-2D85-45CE-9A2E-C4181E957C0A}" type="pres">
      <dgm:prSet presAssocID="{FF1B0F60-97CA-4920-834F-3A03EF812C83}" presName="linear" presStyleCnt="0">
        <dgm:presLayoutVars>
          <dgm:animLvl val="lvl"/>
          <dgm:resizeHandles val="exact"/>
        </dgm:presLayoutVars>
      </dgm:prSet>
      <dgm:spPr/>
    </dgm:pt>
    <dgm:pt modelId="{CE7E9D71-751A-48B3-B5D1-371720116DC2}" type="pres">
      <dgm:prSet presAssocID="{1F32EB62-59F8-4D50-87AD-62838EA93EC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D8FE612-8F0E-499F-95F5-57D0AD934978}" type="pres">
      <dgm:prSet presAssocID="{26652C62-7490-4CD4-8EFE-7E397A5A7F76}" presName="spacer" presStyleCnt="0"/>
      <dgm:spPr/>
    </dgm:pt>
    <dgm:pt modelId="{3D17C02E-CCB1-4B47-AA8E-C08D2CB535B4}" type="pres">
      <dgm:prSet presAssocID="{744756C2-8095-4A5D-8C0C-3281FAECACC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84F4A14-21E1-48EB-AF65-F065888CAF4B}" type="pres">
      <dgm:prSet presAssocID="{38EC7B17-58C8-4A6F-A953-0E4D25CF6436}" presName="spacer" presStyleCnt="0"/>
      <dgm:spPr/>
    </dgm:pt>
    <dgm:pt modelId="{673845F5-FB39-49A9-9F1B-91FBBE45BD1C}" type="pres">
      <dgm:prSet presAssocID="{3CD16EAD-20AB-42B3-AA88-9AD36E8BB48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C05B14E-8D61-4A02-A870-8460D6C25E85}" type="presOf" srcId="{FF1B0F60-97CA-4920-834F-3A03EF812C83}" destId="{FA2A8C43-2D85-45CE-9A2E-C4181E957C0A}" srcOrd="0" destOrd="0" presId="urn:microsoft.com/office/officeart/2005/8/layout/vList2"/>
    <dgm:cxn modelId="{C3F10189-2DFB-408A-A87C-21E813290F26}" type="presOf" srcId="{3CD16EAD-20AB-42B3-AA88-9AD36E8BB489}" destId="{673845F5-FB39-49A9-9F1B-91FBBE45BD1C}" srcOrd="0" destOrd="0" presId="urn:microsoft.com/office/officeart/2005/8/layout/vList2"/>
    <dgm:cxn modelId="{ABD1AE9A-282B-4073-B63D-0828E50B70F7}" srcId="{FF1B0F60-97CA-4920-834F-3A03EF812C83}" destId="{744756C2-8095-4A5D-8C0C-3281FAECACC4}" srcOrd="1" destOrd="0" parTransId="{DFCE2D95-6ADA-4FEE-BEF0-3A93ABA05524}" sibTransId="{38EC7B17-58C8-4A6F-A953-0E4D25CF6436}"/>
    <dgm:cxn modelId="{67AE41A4-76D8-4592-B72D-B95A43904C29}" srcId="{FF1B0F60-97CA-4920-834F-3A03EF812C83}" destId="{1F32EB62-59F8-4D50-87AD-62838EA93EC5}" srcOrd="0" destOrd="0" parTransId="{8DC31934-E35F-4BD2-A1CD-E3130CCEC22E}" sibTransId="{26652C62-7490-4CD4-8EFE-7E397A5A7F76}"/>
    <dgm:cxn modelId="{124B7AC1-ACEC-41E8-88E5-568178E309C3}" type="presOf" srcId="{744756C2-8095-4A5D-8C0C-3281FAECACC4}" destId="{3D17C02E-CCB1-4B47-AA8E-C08D2CB535B4}" srcOrd="0" destOrd="0" presId="urn:microsoft.com/office/officeart/2005/8/layout/vList2"/>
    <dgm:cxn modelId="{505A67C8-4420-4209-81CF-5DF4481CCFD3}" type="presOf" srcId="{1F32EB62-59F8-4D50-87AD-62838EA93EC5}" destId="{CE7E9D71-751A-48B3-B5D1-371720116DC2}" srcOrd="0" destOrd="0" presId="urn:microsoft.com/office/officeart/2005/8/layout/vList2"/>
    <dgm:cxn modelId="{7B58D3D6-49D0-4557-8CC6-4FC8ECD2F466}" srcId="{FF1B0F60-97CA-4920-834F-3A03EF812C83}" destId="{3CD16EAD-20AB-42B3-AA88-9AD36E8BB489}" srcOrd="2" destOrd="0" parTransId="{111D9683-37E0-4F57-9A5E-034A5E3F4165}" sibTransId="{FFD1DE11-F73B-4766-A4C6-16BA1AB63EE4}"/>
    <dgm:cxn modelId="{4F07169A-9EAA-4391-A39A-97E30DD0B5E8}" type="presParOf" srcId="{FA2A8C43-2D85-45CE-9A2E-C4181E957C0A}" destId="{CE7E9D71-751A-48B3-B5D1-371720116DC2}" srcOrd="0" destOrd="0" presId="urn:microsoft.com/office/officeart/2005/8/layout/vList2"/>
    <dgm:cxn modelId="{27CFC81F-9395-4B8B-BF95-FF4C5BFA8856}" type="presParOf" srcId="{FA2A8C43-2D85-45CE-9A2E-C4181E957C0A}" destId="{2D8FE612-8F0E-499F-95F5-57D0AD934978}" srcOrd="1" destOrd="0" presId="urn:microsoft.com/office/officeart/2005/8/layout/vList2"/>
    <dgm:cxn modelId="{58705829-F622-45B9-8EA9-1350A7D03134}" type="presParOf" srcId="{FA2A8C43-2D85-45CE-9A2E-C4181E957C0A}" destId="{3D17C02E-CCB1-4B47-AA8E-C08D2CB535B4}" srcOrd="2" destOrd="0" presId="urn:microsoft.com/office/officeart/2005/8/layout/vList2"/>
    <dgm:cxn modelId="{06718045-D1E1-4D41-A5B4-22F6E4C03A7F}" type="presParOf" srcId="{FA2A8C43-2D85-45CE-9A2E-C4181E957C0A}" destId="{784F4A14-21E1-48EB-AF65-F065888CAF4B}" srcOrd="3" destOrd="0" presId="urn:microsoft.com/office/officeart/2005/8/layout/vList2"/>
    <dgm:cxn modelId="{F94B8688-11C7-440A-AA1A-B86FA6D30538}" type="presParOf" srcId="{FA2A8C43-2D85-45CE-9A2E-C4181E957C0A}" destId="{673845F5-FB39-49A9-9F1B-91FBBE45BD1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695EFE2-3EBF-4EE3-BD41-4D61217BFF55}" type="doc">
      <dgm:prSet loTypeId="urn:microsoft.com/office/officeart/2008/layout/Lin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MX"/>
        </a:p>
      </dgm:t>
    </dgm:pt>
    <dgm:pt modelId="{890CA492-3FDE-48A8-92FE-5216E6308A4C}">
      <dgm:prSet phldrT="[Texto]" custT="1"/>
      <dgm:spPr/>
      <dgm:t>
        <a:bodyPr/>
        <a:lstStyle/>
        <a:p>
          <a:r>
            <a:rPr lang="en-US" sz="2400" dirty="0"/>
            <a:t>Se implementaron </a:t>
          </a:r>
          <a:r>
            <a:rPr lang="en-US" sz="2400" dirty="0" err="1"/>
            <a:t>tres</a:t>
          </a:r>
          <a:r>
            <a:rPr lang="en-US" sz="2400" dirty="0"/>
            <a:t> </a:t>
          </a:r>
          <a:r>
            <a:rPr lang="en-US" sz="2400" dirty="0" err="1"/>
            <a:t>modelos</a:t>
          </a:r>
          <a:r>
            <a:rPr lang="en-US" sz="2400" dirty="0"/>
            <a:t> de </a:t>
          </a:r>
          <a:r>
            <a:rPr lang="en-US" sz="2400" dirty="0" err="1"/>
            <a:t>clasificación</a:t>
          </a:r>
          <a:r>
            <a:rPr lang="en-US" sz="2400" dirty="0"/>
            <a:t> para </a:t>
          </a:r>
          <a:r>
            <a:rPr lang="en-US" sz="2400" dirty="0" err="1"/>
            <a:t>predecir</a:t>
          </a:r>
          <a:r>
            <a:rPr lang="en-US" sz="2400" dirty="0"/>
            <a:t> la </a:t>
          </a:r>
          <a:r>
            <a:rPr lang="en-US" sz="2400" dirty="0" err="1"/>
            <a:t>calificación</a:t>
          </a:r>
          <a:r>
            <a:rPr lang="en-US" sz="2400" dirty="0"/>
            <a:t> final:</a:t>
          </a:r>
          <a:endParaRPr lang="es-MX" sz="2400" dirty="0"/>
        </a:p>
      </dgm:t>
    </dgm:pt>
    <dgm:pt modelId="{0C8F2DA0-DDBB-4C93-8AC7-2E77845C92B2}" type="parTrans" cxnId="{E968B1A5-7FD4-47F2-9594-CF0BA1AD6D5A}">
      <dgm:prSet/>
      <dgm:spPr/>
      <dgm:t>
        <a:bodyPr/>
        <a:lstStyle/>
        <a:p>
          <a:endParaRPr lang="es-MX"/>
        </a:p>
      </dgm:t>
    </dgm:pt>
    <dgm:pt modelId="{7C7C3AA5-8449-4273-A5C6-ACE17321E292}" type="sibTrans" cxnId="{E968B1A5-7FD4-47F2-9594-CF0BA1AD6D5A}">
      <dgm:prSet/>
      <dgm:spPr/>
      <dgm:t>
        <a:bodyPr/>
        <a:lstStyle/>
        <a:p>
          <a:endParaRPr lang="es-MX"/>
        </a:p>
      </dgm:t>
    </dgm:pt>
    <dgm:pt modelId="{281B61CB-8B57-4721-9F42-802AF73E456F}">
      <dgm:prSet phldrT="[Texto]"/>
      <dgm:spPr/>
      <dgm:t>
        <a:bodyPr/>
        <a:lstStyle/>
        <a:p>
          <a:pPr>
            <a:buNone/>
          </a:pPr>
          <a:r>
            <a:rPr lang="es-MX" dirty="0"/>
            <a:t>Regresión Logística</a:t>
          </a:r>
          <a:br>
            <a:rPr lang="es-MX" dirty="0"/>
          </a:br>
          <a:r>
            <a:rPr lang="es-MX" dirty="0"/>
            <a:t>Modelo lineal base para clasificación multiclase.</a:t>
          </a:r>
        </a:p>
      </dgm:t>
    </dgm:pt>
    <dgm:pt modelId="{310ECD29-2ECF-4426-8F67-F70AC0CE950B}" type="parTrans" cxnId="{78373D87-68D2-4889-B37B-20186AB9E3DC}">
      <dgm:prSet/>
      <dgm:spPr/>
      <dgm:t>
        <a:bodyPr/>
        <a:lstStyle/>
        <a:p>
          <a:endParaRPr lang="es-MX"/>
        </a:p>
      </dgm:t>
    </dgm:pt>
    <dgm:pt modelId="{8DA950EF-94ED-45BD-B207-48A907B58D51}" type="sibTrans" cxnId="{78373D87-68D2-4889-B37B-20186AB9E3DC}">
      <dgm:prSet/>
      <dgm:spPr/>
      <dgm:t>
        <a:bodyPr/>
        <a:lstStyle/>
        <a:p>
          <a:endParaRPr lang="es-MX"/>
        </a:p>
      </dgm:t>
    </dgm:pt>
    <dgm:pt modelId="{54C28791-BAB1-4F5B-9720-078A5B08703A}">
      <dgm:prSet phldrT="[Texto]"/>
      <dgm:spPr/>
      <dgm:t>
        <a:bodyPr/>
        <a:lstStyle/>
        <a:p>
          <a:pPr>
            <a:buNone/>
          </a:pPr>
          <a:r>
            <a:rPr lang="es-MX" dirty="0"/>
            <a:t>SVM con </a:t>
          </a:r>
          <a:r>
            <a:rPr lang="es-MX" dirty="0" err="1"/>
            <a:t>kernel</a:t>
          </a:r>
          <a:r>
            <a:rPr lang="es-MX" dirty="0"/>
            <a:t> RBF</a:t>
          </a:r>
          <a:br>
            <a:rPr lang="es-MX" dirty="0"/>
          </a:br>
          <a:r>
            <a:rPr lang="es-MX" dirty="0"/>
            <a:t>Modelo no lineal que permite capturar relaciones complejas entre variables.</a:t>
          </a:r>
        </a:p>
      </dgm:t>
    </dgm:pt>
    <dgm:pt modelId="{E702DE32-F4BE-49B4-97D3-AE643884A143}" type="parTrans" cxnId="{D004F915-11A6-4532-96EA-1C3CF6D25512}">
      <dgm:prSet/>
      <dgm:spPr/>
      <dgm:t>
        <a:bodyPr/>
        <a:lstStyle/>
        <a:p>
          <a:endParaRPr lang="es-MX"/>
        </a:p>
      </dgm:t>
    </dgm:pt>
    <dgm:pt modelId="{AEDEC115-BB21-42E0-9837-7DCDBB1E6E7D}" type="sibTrans" cxnId="{D004F915-11A6-4532-96EA-1C3CF6D25512}">
      <dgm:prSet/>
      <dgm:spPr/>
      <dgm:t>
        <a:bodyPr/>
        <a:lstStyle/>
        <a:p>
          <a:endParaRPr lang="es-MX"/>
        </a:p>
      </dgm:t>
    </dgm:pt>
    <dgm:pt modelId="{69920C55-7981-403A-A8D3-FB3D4A8B1963}">
      <dgm:prSet phldrT="[Texto]"/>
      <dgm:spPr/>
      <dgm:t>
        <a:bodyPr/>
        <a:lstStyle/>
        <a:p>
          <a:pPr>
            <a:buNone/>
          </a:pPr>
          <a:r>
            <a:rPr lang="es-MX" dirty="0"/>
            <a:t>MLP (Multi-</a:t>
          </a:r>
          <a:r>
            <a:rPr lang="es-MX" dirty="0" err="1"/>
            <a:t>Layer</a:t>
          </a:r>
          <a:r>
            <a:rPr lang="es-MX" dirty="0"/>
            <a:t> </a:t>
          </a:r>
          <a:r>
            <a:rPr lang="es-MX" dirty="0" err="1"/>
            <a:t>Perceptron</a:t>
          </a:r>
          <a:r>
            <a:rPr lang="es-MX" dirty="0"/>
            <a:t>)</a:t>
          </a:r>
          <a:br>
            <a:rPr lang="es-MX" dirty="0"/>
          </a:br>
          <a:r>
            <a:rPr lang="es-MX" dirty="0"/>
            <a:t>Red neuronal capaz de aprender patrones no lineales en los datos.</a:t>
          </a:r>
        </a:p>
      </dgm:t>
    </dgm:pt>
    <dgm:pt modelId="{153B12C9-6357-4269-934F-204C272B223B}" type="parTrans" cxnId="{68882470-1898-4613-969F-9A030DF674B7}">
      <dgm:prSet/>
      <dgm:spPr/>
      <dgm:t>
        <a:bodyPr/>
        <a:lstStyle/>
        <a:p>
          <a:endParaRPr lang="es-MX"/>
        </a:p>
      </dgm:t>
    </dgm:pt>
    <dgm:pt modelId="{7E387904-2F7C-4027-8AB5-90F3941DF0A2}" type="sibTrans" cxnId="{68882470-1898-4613-969F-9A030DF674B7}">
      <dgm:prSet/>
      <dgm:spPr/>
      <dgm:t>
        <a:bodyPr/>
        <a:lstStyle/>
        <a:p>
          <a:endParaRPr lang="es-MX"/>
        </a:p>
      </dgm:t>
    </dgm:pt>
    <dgm:pt modelId="{4EBB22D6-CB4C-4B63-B46C-454C0097F662}" type="pres">
      <dgm:prSet presAssocID="{5695EFE2-3EBF-4EE3-BD41-4D61217BFF55}" presName="vert0" presStyleCnt="0">
        <dgm:presLayoutVars>
          <dgm:dir/>
          <dgm:animOne val="branch"/>
          <dgm:animLvl val="lvl"/>
        </dgm:presLayoutVars>
      </dgm:prSet>
      <dgm:spPr/>
    </dgm:pt>
    <dgm:pt modelId="{F444AD03-40BA-4433-A47F-50FB01919565}" type="pres">
      <dgm:prSet presAssocID="{890CA492-3FDE-48A8-92FE-5216E6308A4C}" presName="thickLine" presStyleLbl="alignNode1" presStyleIdx="0" presStyleCnt="1"/>
      <dgm:spPr/>
    </dgm:pt>
    <dgm:pt modelId="{ACDA437F-4BAE-4574-9ECD-8DCAEB2071B0}" type="pres">
      <dgm:prSet presAssocID="{890CA492-3FDE-48A8-92FE-5216E6308A4C}" presName="horz1" presStyleCnt="0"/>
      <dgm:spPr/>
    </dgm:pt>
    <dgm:pt modelId="{769AD0A2-99EF-40F9-A8CB-D80D0545C224}" type="pres">
      <dgm:prSet presAssocID="{890CA492-3FDE-48A8-92FE-5216E6308A4C}" presName="tx1" presStyleLbl="revTx" presStyleIdx="0" presStyleCnt="4"/>
      <dgm:spPr/>
    </dgm:pt>
    <dgm:pt modelId="{5B333594-B684-41E8-8BE7-B33FA561A856}" type="pres">
      <dgm:prSet presAssocID="{890CA492-3FDE-48A8-92FE-5216E6308A4C}" presName="vert1" presStyleCnt="0"/>
      <dgm:spPr/>
    </dgm:pt>
    <dgm:pt modelId="{A46DA62D-4DAB-491B-B3A7-B9723007F36F}" type="pres">
      <dgm:prSet presAssocID="{281B61CB-8B57-4721-9F42-802AF73E456F}" presName="vertSpace2a" presStyleCnt="0"/>
      <dgm:spPr/>
    </dgm:pt>
    <dgm:pt modelId="{B2BD4C55-B129-4C52-933E-FF4530CDD850}" type="pres">
      <dgm:prSet presAssocID="{281B61CB-8B57-4721-9F42-802AF73E456F}" presName="horz2" presStyleCnt="0"/>
      <dgm:spPr/>
    </dgm:pt>
    <dgm:pt modelId="{7603FD1C-A20D-43CF-8CEC-7E8440C1BF4B}" type="pres">
      <dgm:prSet presAssocID="{281B61CB-8B57-4721-9F42-802AF73E456F}" presName="horzSpace2" presStyleCnt="0"/>
      <dgm:spPr/>
    </dgm:pt>
    <dgm:pt modelId="{B33A7D38-FD42-4EEB-B187-33E9179307A0}" type="pres">
      <dgm:prSet presAssocID="{281B61CB-8B57-4721-9F42-802AF73E456F}" presName="tx2" presStyleLbl="revTx" presStyleIdx="1" presStyleCnt="4"/>
      <dgm:spPr/>
    </dgm:pt>
    <dgm:pt modelId="{6B9731F3-A0FE-4150-A1F7-60FD634ECA3F}" type="pres">
      <dgm:prSet presAssocID="{281B61CB-8B57-4721-9F42-802AF73E456F}" presName="vert2" presStyleCnt="0"/>
      <dgm:spPr/>
    </dgm:pt>
    <dgm:pt modelId="{D1F230D7-30EB-4D68-B84A-141887987130}" type="pres">
      <dgm:prSet presAssocID="{281B61CB-8B57-4721-9F42-802AF73E456F}" presName="thinLine2b" presStyleLbl="callout" presStyleIdx="0" presStyleCnt="3"/>
      <dgm:spPr/>
    </dgm:pt>
    <dgm:pt modelId="{52E09882-432F-4CD4-8124-7E8315A8D73B}" type="pres">
      <dgm:prSet presAssocID="{281B61CB-8B57-4721-9F42-802AF73E456F}" presName="vertSpace2b" presStyleCnt="0"/>
      <dgm:spPr/>
    </dgm:pt>
    <dgm:pt modelId="{6586C088-0729-461A-9EF8-AA381DE4CBBF}" type="pres">
      <dgm:prSet presAssocID="{54C28791-BAB1-4F5B-9720-078A5B08703A}" presName="horz2" presStyleCnt="0"/>
      <dgm:spPr/>
    </dgm:pt>
    <dgm:pt modelId="{49D89BE2-D6D2-427E-9131-80ED1B45F571}" type="pres">
      <dgm:prSet presAssocID="{54C28791-BAB1-4F5B-9720-078A5B08703A}" presName="horzSpace2" presStyleCnt="0"/>
      <dgm:spPr/>
    </dgm:pt>
    <dgm:pt modelId="{7CF58509-E934-4603-AB6F-567D183D506C}" type="pres">
      <dgm:prSet presAssocID="{54C28791-BAB1-4F5B-9720-078A5B08703A}" presName="tx2" presStyleLbl="revTx" presStyleIdx="2" presStyleCnt="4"/>
      <dgm:spPr/>
    </dgm:pt>
    <dgm:pt modelId="{1367CE4B-5B7B-4BF9-8E11-EB235BCAB98B}" type="pres">
      <dgm:prSet presAssocID="{54C28791-BAB1-4F5B-9720-078A5B08703A}" presName="vert2" presStyleCnt="0"/>
      <dgm:spPr/>
    </dgm:pt>
    <dgm:pt modelId="{DC956D63-4295-4CBA-A011-8F5BAD62B380}" type="pres">
      <dgm:prSet presAssocID="{54C28791-BAB1-4F5B-9720-078A5B08703A}" presName="thinLine2b" presStyleLbl="callout" presStyleIdx="1" presStyleCnt="3"/>
      <dgm:spPr/>
    </dgm:pt>
    <dgm:pt modelId="{D2CC966F-AC5D-4A9C-904D-6904C1C9F5D6}" type="pres">
      <dgm:prSet presAssocID="{54C28791-BAB1-4F5B-9720-078A5B08703A}" presName="vertSpace2b" presStyleCnt="0"/>
      <dgm:spPr/>
    </dgm:pt>
    <dgm:pt modelId="{06645D2F-AA15-417C-8F48-823AA1FA3D48}" type="pres">
      <dgm:prSet presAssocID="{69920C55-7981-403A-A8D3-FB3D4A8B1963}" presName="horz2" presStyleCnt="0"/>
      <dgm:spPr/>
    </dgm:pt>
    <dgm:pt modelId="{80988B2F-F54F-46C8-9FB2-27D516144951}" type="pres">
      <dgm:prSet presAssocID="{69920C55-7981-403A-A8D3-FB3D4A8B1963}" presName="horzSpace2" presStyleCnt="0"/>
      <dgm:spPr/>
    </dgm:pt>
    <dgm:pt modelId="{37B8238E-704D-4764-B2B9-1DA91B1EA05C}" type="pres">
      <dgm:prSet presAssocID="{69920C55-7981-403A-A8D3-FB3D4A8B1963}" presName="tx2" presStyleLbl="revTx" presStyleIdx="3" presStyleCnt="4"/>
      <dgm:spPr/>
    </dgm:pt>
    <dgm:pt modelId="{33455B11-899A-4DB6-BEFA-63F99CFD1253}" type="pres">
      <dgm:prSet presAssocID="{69920C55-7981-403A-A8D3-FB3D4A8B1963}" presName="vert2" presStyleCnt="0"/>
      <dgm:spPr/>
    </dgm:pt>
    <dgm:pt modelId="{47AB6F27-00D5-41F6-9390-64F039B1CFE8}" type="pres">
      <dgm:prSet presAssocID="{69920C55-7981-403A-A8D3-FB3D4A8B1963}" presName="thinLine2b" presStyleLbl="callout" presStyleIdx="2" presStyleCnt="3"/>
      <dgm:spPr/>
    </dgm:pt>
    <dgm:pt modelId="{662C2E52-885C-46C6-B2BD-23269447550C}" type="pres">
      <dgm:prSet presAssocID="{69920C55-7981-403A-A8D3-FB3D4A8B1963}" presName="vertSpace2b" presStyleCnt="0"/>
      <dgm:spPr/>
    </dgm:pt>
  </dgm:ptLst>
  <dgm:cxnLst>
    <dgm:cxn modelId="{47350C03-1D0A-4E4F-9F32-62214DABE10B}" type="presOf" srcId="{890CA492-3FDE-48A8-92FE-5216E6308A4C}" destId="{769AD0A2-99EF-40F9-A8CB-D80D0545C224}" srcOrd="0" destOrd="0" presId="urn:microsoft.com/office/officeart/2008/layout/LinedList"/>
    <dgm:cxn modelId="{D004F915-11A6-4532-96EA-1C3CF6D25512}" srcId="{890CA492-3FDE-48A8-92FE-5216E6308A4C}" destId="{54C28791-BAB1-4F5B-9720-078A5B08703A}" srcOrd="1" destOrd="0" parTransId="{E702DE32-F4BE-49B4-97D3-AE643884A143}" sibTransId="{AEDEC115-BB21-42E0-9837-7DCDBB1E6E7D}"/>
    <dgm:cxn modelId="{1332AA24-47F4-46D0-9C1B-DB88B8498A61}" type="presOf" srcId="{281B61CB-8B57-4721-9F42-802AF73E456F}" destId="{B33A7D38-FD42-4EEB-B187-33E9179307A0}" srcOrd="0" destOrd="0" presId="urn:microsoft.com/office/officeart/2008/layout/LinedList"/>
    <dgm:cxn modelId="{2CE45631-2E28-4626-89E0-6A6342A4C65C}" type="presOf" srcId="{69920C55-7981-403A-A8D3-FB3D4A8B1963}" destId="{37B8238E-704D-4764-B2B9-1DA91B1EA05C}" srcOrd="0" destOrd="0" presId="urn:microsoft.com/office/officeart/2008/layout/LinedList"/>
    <dgm:cxn modelId="{68882470-1898-4613-969F-9A030DF674B7}" srcId="{890CA492-3FDE-48A8-92FE-5216E6308A4C}" destId="{69920C55-7981-403A-A8D3-FB3D4A8B1963}" srcOrd="2" destOrd="0" parTransId="{153B12C9-6357-4269-934F-204C272B223B}" sibTransId="{7E387904-2F7C-4027-8AB5-90F3941DF0A2}"/>
    <dgm:cxn modelId="{78373D87-68D2-4889-B37B-20186AB9E3DC}" srcId="{890CA492-3FDE-48A8-92FE-5216E6308A4C}" destId="{281B61CB-8B57-4721-9F42-802AF73E456F}" srcOrd="0" destOrd="0" parTransId="{310ECD29-2ECF-4426-8F67-F70AC0CE950B}" sibTransId="{8DA950EF-94ED-45BD-B207-48A907B58D51}"/>
    <dgm:cxn modelId="{E968B1A5-7FD4-47F2-9594-CF0BA1AD6D5A}" srcId="{5695EFE2-3EBF-4EE3-BD41-4D61217BFF55}" destId="{890CA492-3FDE-48A8-92FE-5216E6308A4C}" srcOrd="0" destOrd="0" parTransId="{0C8F2DA0-DDBB-4C93-8AC7-2E77845C92B2}" sibTransId="{7C7C3AA5-8449-4273-A5C6-ACE17321E292}"/>
    <dgm:cxn modelId="{B4D7DEB6-4F41-4CA4-AA5E-914ECF39EB2C}" type="presOf" srcId="{5695EFE2-3EBF-4EE3-BD41-4D61217BFF55}" destId="{4EBB22D6-CB4C-4B63-B46C-454C0097F662}" srcOrd="0" destOrd="0" presId="urn:microsoft.com/office/officeart/2008/layout/LinedList"/>
    <dgm:cxn modelId="{598318C2-2E74-4AD5-905B-F7C4A6B93CA3}" type="presOf" srcId="{54C28791-BAB1-4F5B-9720-078A5B08703A}" destId="{7CF58509-E934-4603-AB6F-567D183D506C}" srcOrd="0" destOrd="0" presId="urn:microsoft.com/office/officeart/2008/layout/LinedList"/>
    <dgm:cxn modelId="{5D6A7052-0BD6-4A8D-A6A6-27ACD8DB2CEE}" type="presParOf" srcId="{4EBB22D6-CB4C-4B63-B46C-454C0097F662}" destId="{F444AD03-40BA-4433-A47F-50FB01919565}" srcOrd="0" destOrd="0" presId="urn:microsoft.com/office/officeart/2008/layout/LinedList"/>
    <dgm:cxn modelId="{1D42673D-B0A3-4F38-A843-5FDDD57E1E53}" type="presParOf" srcId="{4EBB22D6-CB4C-4B63-B46C-454C0097F662}" destId="{ACDA437F-4BAE-4574-9ECD-8DCAEB2071B0}" srcOrd="1" destOrd="0" presId="urn:microsoft.com/office/officeart/2008/layout/LinedList"/>
    <dgm:cxn modelId="{17151BA9-7A11-4056-B8C8-0EE0E8B6EAC2}" type="presParOf" srcId="{ACDA437F-4BAE-4574-9ECD-8DCAEB2071B0}" destId="{769AD0A2-99EF-40F9-A8CB-D80D0545C224}" srcOrd="0" destOrd="0" presId="urn:microsoft.com/office/officeart/2008/layout/LinedList"/>
    <dgm:cxn modelId="{343C5CBA-99E1-46B7-A03A-1D8255C905A2}" type="presParOf" srcId="{ACDA437F-4BAE-4574-9ECD-8DCAEB2071B0}" destId="{5B333594-B684-41E8-8BE7-B33FA561A856}" srcOrd="1" destOrd="0" presId="urn:microsoft.com/office/officeart/2008/layout/LinedList"/>
    <dgm:cxn modelId="{CF3CDA3D-9F98-4817-A8DE-66A53FE5E6FD}" type="presParOf" srcId="{5B333594-B684-41E8-8BE7-B33FA561A856}" destId="{A46DA62D-4DAB-491B-B3A7-B9723007F36F}" srcOrd="0" destOrd="0" presId="urn:microsoft.com/office/officeart/2008/layout/LinedList"/>
    <dgm:cxn modelId="{B97893FD-A957-4D8E-B138-57C48A663E94}" type="presParOf" srcId="{5B333594-B684-41E8-8BE7-B33FA561A856}" destId="{B2BD4C55-B129-4C52-933E-FF4530CDD850}" srcOrd="1" destOrd="0" presId="urn:microsoft.com/office/officeart/2008/layout/LinedList"/>
    <dgm:cxn modelId="{8E284BFF-0CEF-4A2D-8572-68EBE45E327D}" type="presParOf" srcId="{B2BD4C55-B129-4C52-933E-FF4530CDD850}" destId="{7603FD1C-A20D-43CF-8CEC-7E8440C1BF4B}" srcOrd="0" destOrd="0" presId="urn:microsoft.com/office/officeart/2008/layout/LinedList"/>
    <dgm:cxn modelId="{6B94A6C1-AA9E-49C5-BF8E-5A1055CC8494}" type="presParOf" srcId="{B2BD4C55-B129-4C52-933E-FF4530CDD850}" destId="{B33A7D38-FD42-4EEB-B187-33E9179307A0}" srcOrd="1" destOrd="0" presId="urn:microsoft.com/office/officeart/2008/layout/LinedList"/>
    <dgm:cxn modelId="{5F5B2696-CC03-4A13-9F28-86DF55D74682}" type="presParOf" srcId="{B2BD4C55-B129-4C52-933E-FF4530CDD850}" destId="{6B9731F3-A0FE-4150-A1F7-60FD634ECA3F}" srcOrd="2" destOrd="0" presId="urn:microsoft.com/office/officeart/2008/layout/LinedList"/>
    <dgm:cxn modelId="{EF1FFFE8-AF08-4330-B517-B352A6CAD1EE}" type="presParOf" srcId="{5B333594-B684-41E8-8BE7-B33FA561A856}" destId="{D1F230D7-30EB-4D68-B84A-141887987130}" srcOrd="2" destOrd="0" presId="urn:microsoft.com/office/officeart/2008/layout/LinedList"/>
    <dgm:cxn modelId="{36EE63CA-D714-4F02-8B51-D4EBE7CD9DBB}" type="presParOf" srcId="{5B333594-B684-41E8-8BE7-B33FA561A856}" destId="{52E09882-432F-4CD4-8124-7E8315A8D73B}" srcOrd="3" destOrd="0" presId="urn:microsoft.com/office/officeart/2008/layout/LinedList"/>
    <dgm:cxn modelId="{B75F8A1D-2DF9-4212-B7DD-7E1D35013E4A}" type="presParOf" srcId="{5B333594-B684-41E8-8BE7-B33FA561A856}" destId="{6586C088-0729-461A-9EF8-AA381DE4CBBF}" srcOrd="4" destOrd="0" presId="urn:microsoft.com/office/officeart/2008/layout/LinedList"/>
    <dgm:cxn modelId="{6C03D62C-52EC-4E12-966E-FE841DC4E332}" type="presParOf" srcId="{6586C088-0729-461A-9EF8-AA381DE4CBBF}" destId="{49D89BE2-D6D2-427E-9131-80ED1B45F571}" srcOrd="0" destOrd="0" presId="urn:microsoft.com/office/officeart/2008/layout/LinedList"/>
    <dgm:cxn modelId="{0D3D36F9-89B6-4F85-82A2-FFD19BD782E3}" type="presParOf" srcId="{6586C088-0729-461A-9EF8-AA381DE4CBBF}" destId="{7CF58509-E934-4603-AB6F-567D183D506C}" srcOrd="1" destOrd="0" presId="urn:microsoft.com/office/officeart/2008/layout/LinedList"/>
    <dgm:cxn modelId="{67E2B8B5-4608-43BA-BAD3-11DA2E819969}" type="presParOf" srcId="{6586C088-0729-461A-9EF8-AA381DE4CBBF}" destId="{1367CE4B-5B7B-4BF9-8E11-EB235BCAB98B}" srcOrd="2" destOrd="0" presId="urn:microsoft.com/office/officeart/2008/layout/LinedList"/>
    <dgm:cxn modelId="{33A0CAC4-AE6E-4D7C-B2B3-B4314CC5EB3A}" type="presParOf" srcId="{5B333594-B684-41E8-8BE7-B33FA561A856}" destId="{DC956D63-4295-4CBA-A011-8F5BAD62B380}" srcOrd="5" destOrd="0" presId="urn:microsoft.com/office/officeart/2008/layout/LinedList"/>
    <dgm:cxn modelId="{1BC4E0DD-05E2-4BF9-924A-F1B0F93F6C5C}" type="presParOf" srcId="{5B333594-B684-41E8-8BE7-B33FA561A856}" destId="{D2CC966F-AC5D-4A9C-904D-6904C1C9F5D6}" srcOrd="6" destOrd="0" presId="urn:microsoft.com/office/officeart/2008/layout/LinedList"/>
    <dgm:cxn modelId="{5006CC95-6EB3-4E82-9BC3-CCF7EF77B01A}" type="presParOf" srcId="{5B333594-B684-41E8-8BE7-B33FA561A856}" destId="{06645D2F-AA15-417C-8F48-823AA1FA3D48}" srcOrd="7" destOrd="0" presId="urn:microsoft.com/office/officeart/2008/layout/LinedList"/>
    <dgm:cxn modelId="{BC15EF78-9E39-473F-A957-7909DFEE1B7A}" type="presParOf" srcId="{06645D2F-AA15-417C-8F48-823AA1FA3D48}" destId="{80988B2F-F54F-46C8-9FB2-27D516144951}" srcOrd="0" destOrd="0" presId="urn:microsoft.com/office/officeart/2008/layout/LinedList"/>
    <dgm:cxn modelId="{02CD66DC-AEFB-4724-B4B2-3A08176BDB2E}" type="presParOf" srcId="{06645D2F-AA15-417C-8F48-823AA1FA3D48}" destId="{37B8238E-704D-4764-B2B9-1DA91B1EA05C}" srcOrd="1" destOrd="0" presId="urn:microsoft.com/office/officeart/2008/layout/LinedList"/>
    <dgm:cxn modelId="{EAD0EC1F-6E3E-40B1-833D-58235DF8EE89}" type="presParOf" srcId="{06645D2F-AA15-417C-8F48-823AA1FA3D48}" destId="{33455B11-899A-4DB6-BEFA-63F99CFD1253}" srcOrd="2" destOrd="0" presId="urn:microsoft.com/office/officeart/2008/layout/LinedList"/>
    <dgm:cxn modelId="{BC7BFC81-6B24-43E9-AD59-E2C82B6138FC}" type="presParOf" srcId="{5B333594-B684-41E8-8BE7-B33FA561A856}" destId="{47AB6F27-00D5-41F6-9390-64F039B1CFE8}" srcOrd="8" destOrd="0" presId="urn:microsoft.com/office/officeart/2008/layout/LinedList"/>
    <dgm:cxn modelId="{5A6482A3-A0B1-4E66-B506-FD3056D12AF5}" type="presParOf" srcId="{5B333594-B684-41E8-8BE7-B33FA561A856}" destId="{662C2E52-885C-46C6-B2BD-23269447550C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5D9FBA3-A1C7-4A8C-A06E-801A6F7846EF}" type="doc">
      <dgm:prSet loTypeId="urn:microsoft.com/office/officeart/2005/8/layout/hProcess4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MX"/>
        </a:p>
      </dgm:t>
    </dgm:pt>
    <dgm:pt modelId="{92F85499-14FA-4393-8AD2-3AE2B8684274}">
      <dgm:prSet phldrT="[Texto]"/>
      <dgm:spPr/>
      <dgm:t>
        <a:bodyPr/>
        <a:lstStyle/>
        <a:p>
          <a:r>
            <a:rPr lang="es-MX"/>
            <a:t>Datos</a:t>
          </a:r>
          <a:endParaRPr lang="es-MX" dirty="0"/>
        </a:p>
      </dgm:t>
    </dgm:pt>
    <dgm:pt modelId="{A3F2CFAB-EFF3-4CF4-A23C-011EBB55823B}" type="parTrans" cxnId="{3E57D510-E6F1-405A-A9B0-67F923EF5CEE}">
      <dgm:prSet/>
      <dgm:spPr/>
      <dgm:t>
        <a:bodyPr/>
        <a:lstStyle/>
        <a:p>
          <a:endParaRPr lang="es-MX"/>
        </a:p>
      </dgm:t>
    </dgm:pt>
    <dgm:pt modelId="{B184C247-EE5C-42EB-BB30-5569C7C55AE0}" type="sibTrans" cxnId="{3E57D510-E6F1-405A-A9B0-67F923EF5CEE}">
      <dgm:prSet/>
      <dgm:spPr/>
      <dgm:t>
        <a:bodyPr/>
        <a:lstStyle/>
        <a:p>
          <a:endParaRPr lang="es-MX"/>
        </a:p>
      </dgm:t>
    </dgm:pt>
    <dgm:pt modelId="{10AC52BA-F64B-46BE-A548-C72E72C6263C}">
      <dgm:prSet/>
      <dgm:spPr/>
      <dgm:t>
        <a:bodyPr/>
        <a:lstStyle/>
        <a:p>
          <a:r>
            <a:rPr lang="es-MX"/>
            <a:t>Preprocesamiento</a:t>
          </a:r>
          <a:endParaRPr lang="es-MX" dirty="0"/>
        </a:p>
      </dgm:t>
    </dgm:pt>
    <dgm:pt modelId="{1A9E122C-C68C-4710-9B89-05B426DB5354}" type="parTrans" cxnId="{D61AC7CA-E4A4-4DA2-8BB7-ECF5A1C8AF8C}">
      <dgm:prSet/>
      <dgm:spPr/>
      <dgm:t>
        <a:bodyPr/>
        <a:lstStyle/>
        <a:p>
          <a:endParaRPr lang="es-MX"/>
        </a:p>
      </dgm:t>
    </dgm:pt>
    <dgm:pt modelId="{6D880B78-4B85-43B1-B6ED-A2B73C0844F7}" type="sibTrans" cxnId="{D61AC7CA-E4A4-4DA2-8BB7-ECF5A1C8AF8C}">
      <dgm:prSet/>
      <dgm:spPr/>
      <dgm:t>
        <a:bodyPr/>
        <a:lstStyle/>
        <a:p>
          <a:endParaRPr lang="es-MX"/>
        </a:p>
      </dgm:t>
    </dgm:pt>
    <dgm:pt modelId="{321C4987-2105-4FE2-A710-DC219965C2BD}">
      <dgm:prSet/>
      <dgm:spPr/>
      <dgm:t>
        <a:bodyPr/>
        <a:lstStyle/>
        <a:p>
          <a:r>
            <a:rPr lang="es-MX"/>
            <a:t>Transformaciones</a:t>
          </a:r>
          <a:endParaRPr lang="es-MX" dirty="0"/>
        </a:p>
      </dgm:t>
    </dgm:pt>
    <dgm:pt modelId="{DAC30834-6028-495A-9070-DB9A1875FB70}" type="parTrans" cxnId="{43E45A31-A4C3-4018-B837-BD03984156EA}">
      <dgm:prSet/>
      <dgm:spPr/>
      <dgm:t>
        <a:bodyPr/>
        <a:lstStyle/>
        <a:p>
          <a:endParaRPr lang="es-MX"/>
        </a:p>
      </dgm:t>
    </dgm:pt>
    <dgm:pt modelId="{B7F541E2-949F-4B68-873D-753EB62CF1D1}" type="sibTrans" cxnId="{43E45A31-A4C3-4018-B837-BD03984156EA}">
      <dgm:prSet/>
      <dgm:spPr/>
      <dgm:t>
        <a:bodyPr/>
        <a:lstStyle/>
        <a:p>
          <a:endParaRPr lang="es-MX"/>
        </a:p>
      </dgm:t>
    </dgm:pt>
    <dgm:pt modelId="{5752CD56-C59A-4F45-87F9-AEAA81FCBA24}">
      <dgm:prSet/>
      <dgm:spPr/>
      <dgm:t>
        <a:bodyPr/>
        <a:lstStyle/>
        <a:p>
          <a:r>
            <a:rPr lang="es-MX"/>
            <a:t>Train/Test Split</a:t>
          </a:r>
          <a:endParaRPr lang="es-MX" dirty="0"/>
        </a:p>
      </dgm:t>
    </dgm:pt>
    <dgm:pt modelId="{F8FF706F-F7D9-437C-B6D2-F42D0A240995}" type="parTrans" cxnId="{D5F2559F-81C9-4DE9-BEF7-0308D207B70D}">
      <dgm:prSet/>
      <dgm:spPr/>
      <dgm:t>
        <a:bodyPr/>
        <a:lstStyle/>
        <a:p>
          <a:endParaRPr lang="es-MX"/>
        </a:p>
      </dgm:t>
    </dgm:pt>
    <dgm:pt modelId="{A599740F-1234-4965-AA6A-9178E14B608D}" type="sibTrans" cxnId="{D5F2559F-81C9-4DE9-BEF7-0308D207B70D}">
      <dgm:prSet/>
      <dgm:spPr/>
      <dgm:t>
        <a:bodyPr/>
        <a:lstStyle/>
        <a:p>
          <a:endParaRPr lang="es-MX"/>
        </a:p>
      </dgm:t>
    </dgm:pt>
    <dgm:pt modelId="{9B31A476-AB59-4A51-AF5D-E30D1D408D1E}">
      <dgm:prSet/>
      <dgm:spPr/>
      <dgm:t>
        <a:bodyPr/>
        <a:lstStyle/>
        <a:p>
          <a:r>
            <a:rPr lang="es-MX"/>
            <a:t>Modelos</a:t>
          </a:r>
          <a:endParaRPr lang="es-MX" dirty="0"/>
        </a:p>
      </dgm:t>
    </dgm:pt>
    <dgm:pt modelId="{DE60AA96-7A16-4F20-8B4D-15C062A2B225}" type="parTrans" cxnId="{CC04A654-021B-489D-BCBC-6BC706D2B37F}">
      <dgm:prSet/>
      <dgm:spPr/>
      <dgm:t>
        <a:bodyPr/>
        <a:lstStyle/>
        <a:p>
          <a:endParaRPr lang="es-MX"/>
        </a:p>
      </dgm:t>
    </dgm:pt>
    <dgm:pt modelId="{152B5973-06B6-4613-9F52-469B3F5761BF}" type="sibTrans" cxnId="{CC04A654-021B-489D-BCBC-6BC706D2B37F}">
      <dgm:prSet/>
      <dgm:spPr/>
      <dgm:t>
        <a:bodyPr/>
        <a:lstStyle/>
        <a:p>
          <a:endParaRPr lang="es-MX"/>
        </a:p>
      </dgm:t>
    </dgm:pt>
    <dgm:pt modelId="{E7625015-96C0-419D-AA09-2C858FB61634}">
      <dgm:prSet/>
      <dgm:spPr/>
      <dgm:t>
        <a:bodyPr/>
        <a:lstStyle/>
        <a:p>
          <a:r>
            <a:rPr lang="es-MX"/>
            <a:t>Evaluación</a:t>
          </a:r>
          <a:endParaRPr lang="es-MX" dirty="0"/>
        </a:p>
      </dgm:t>
    </dgm:pt>
    <dgm:pt modelId="{32B7D1C5-D3C9-4033-A6CC-7F888346A318}" type="parTrans" cxnId="{1115F82F-FAA0-4FC4-9D8D-73DF89A2011A}">
      <dgm:prSet/>
      <dgm:spPr/>
      <dgm:t>
        <a:bodyPr/>
        <a:lstStyle/>
        <a:p>
          <a:endParaRPr lang="es-MX"/>
        </a:p>
      </dgm:t>
    </dgm:pt>
    <dgm:pt modelId="{2E40CD7A-0A5D-49FC-8CC0-74F0E1353AEC}" type="sibTrans" cxnId="{1115F82F-FAA0-4FC4-9D8D-73DF89A2011A}">
      <dgm:prSet/>
      <dgm:spPr/>
      <dgm:t>
        <a:bodyPr/>
        <a:lstStyle/>
        <a:p>
          <a:endParaRPr lang="es-MX"/>
        </a:p>
      </dgm:t>
    </dgm:pt>
    <dgm:pt modelId="{DD6048D1-7F97-48DA-A266-CF906AF9F24F}">
      <dgm:prSet/>
      <dgm:spPr/>
      <dgm:t>
        <a:bodyPr/>
        <a:lstStyle/>
        <a:p>
          <a:pPr>
            <a:buNone/>
          </a:pPr>
          <a:r>
            <a:rPr lang="es-MX"/>
            <a:t>Carga del dataset y selección de variables</a:t>
          </a:r>
          <a:endParaRPr lang="es-MX" dirty="0"/>
        </a:p>
      </dgm:t>
    </dgm:pt>
    <dgm:pt modelId="{F67B6F10-E7B6-4EC4-AF3F-A5C5CDDDAF0F}" type="parTrans" cxnId="{2DAC99DF-2B8A-4C01-9688-9F98330A2861}">
      <dgm:prSet/>
      <dgm:spPr/>
      <dgm:t>
        <a:bodyPr/>
        <a:lstStyle/>
        <a:p>
          <a:endParaRPr lang="es-MX"/>
        </a:p>
      </dgm:t>
    </dgm:pt>
    <dgm:pt modelId="{4E99861C-6893-47F6-A881-4FA988E791AF}" type="sibTrans" cxnId="{2DAC99DF-2B8A-4C01-9688-9F98330A2861}">
      <dgm:prSet/>
      <dgm:spPr/>
      <dgm:t>
        <a:bodyPr/>
        <a:lstStyle/>
        <a:p>
          <a:endParaRPr lang="es-MX"/>
        </a:p>
      </dgm:t>
    </dgm:pt>
    <dgm:pt modelId="{63258AF8-E22B-4B1D-8525-F72711170FF5}">
      <dgm:prSet/>
      <dgm:spPr/>
      <dgm:t>
        <a:bodyPr/>
        <a:lstStyle/>
        <a:p>
          <a:pPr>
            <a:buNone/>
          </a:pPr>
          <a:r>
            <a:rPr lang="es-MX"/>
            <a:t>Limpieza y eliminación de variables irrelevantes</a:t>
          </a:r>
          <a:endParaRPr lang="es-MX" dirty="0"/>
        </a:p>
      </dgm:t>
    </dgm:pt>
    <dgm:pt modelId="{F644BF78-29E7-4086-96E2-2A1CAE58B123}" type="parTrans" cxnId="{8A4C13FD-C03A-4584-B34B-90CACBBD3608}">
      <dgm:prSet/>
      <dgm:spPr/>
      <dgm:t>
        <a:bodyPr/>
        <a:lstStyle/>
        <a:p>
          <a:endParaRPr lang="es-MX"/>
        </a:p>
      </dgm:t>
    </dgm:pt>
    <dgm:pt modelId="{4B5D33A9-9A23-43AD-AD79-1265A074FBDA}" type="sibTrans" cxnId="{8A4C13FD-C03A-4584-B34B-90CACBBD3608}">
      <dgm:prSet/>
      <dgm:spPr/>
      <dgm:t>
        <a:bodyPr/>
        <a:lstStyle/>
        <a:p>
          <a:endParaRPr lang="es-MX"/>
        </a:p>
      </dgm:t>
    </dgm:pt>
    <dgm:pt modelId="{855A6FAE-7F39-4DD8-8848-1C1FF64FF491}">
      <dgm:prSet/>
      <dgm:spPr/>
      <dgm:t>
        <a:bodyPr/>
        <a:lstStyle/>
        <a:p>
          <a:pPr>
            <a:buNone/>
          </a:pPr>
          <a:r>
            <a:rPr lang="es-MX"/>
            <a:t>Codificación y escalamiento de datos</a:t>
          </a:r>
          <a:br>
            <a:rPr lang="es-MX"/>
          </a:br>
          <a:r>
            <a:rPr lang="es-MX"/>
            <a:t>(OneHot, Ordinal, StandardScaler)</a:t>
          </a:r>
        </a:p>
      </dgm:t>
    </dgm:pt>
    <dgm:pt modelId="{1853D4FB-01E2-40FB-BCFD-08C12DCAA28B}" type="parTrans" cxnId="{EC5AFD08-69F1-42FE-9AF6-564B0424FEB3}">
      <dgm:prSet/>
      <dgm:spPr/>
      <dgm:t>
        <a:bodyPr/>
        <a:lstStyle/>
        <a:p>
          <a:endParaRPr lang="es-MX"/>
        </a:p>
      </dgm:t>
    </dgm:pt>
    <dgm:pt modelId="{5375C9D9-0D87-4E88-B39B-4086DC61037E}" type="sibTrans" cxnId="{EC5AFD08-69F1-42FE-9AF6-564B0424FEB3}">
      <dgm:prSet/>
      <dgm:spPr/>
      <dgm:t>
        <a:bodyPr/>
        <a:lstStyle/>
        <a:p>
          <a:endParaRPr lang="es-MX"/>
        </a:p>
      </dgm:t>
    </dgm:pt>
    <dgm:pt modelId="{4DA26853-F669-43D4-8230-5754C5521D15}">
      <dgm:prSet/>
      <dgm:spPr/>
      <dgm:t>
        <a:bodyPr/>
        <a:lstStyle/>
        <a:p>
          <a:pPr>
            <a:buNone/>
          </a:pPr>
          <a:r>
            <a:rPr lang="es-MX"/>
            <a:t>División 80/20 con stratify</a:t>
          </a:r>
        </a:p>
      </dgm:t>
    </dgm:pt>
    <dgm:pt modelId="{3DE4D747-B5E7-4EC8-84DF-953854D2C060}" type="parTrans" cxnId="{16066394-4521-4B0C-99D7-B3F2886C3253}">
      <dgm:prSet/>
      <dgm:spPr/>
      <dgm:t>
        <a:bodyPr/>
        <a:lstStyle/>
        <a:p>
          <a:endParaRPr lang="es-MX"/>
        </a:p>
      </dgm:t>
    </dgm:pt>
    <dgm:pt modelId="{E8F22240-3762-4581-AE36-8B398FF9BC1C}" type="sibTrans" cxnId="{16066394-4521-4B0C-99D7-B3F2886C3253}">
      <dgm:prSet/>
      <dgm:spPr/>
      <dgm:t>
        <a:bodyPr/>
        <a:lstStyle/>
        <a:p>
          <a:endParaRPr lang="es-MX"/>
        </a:p>
      </dgm:t>
    </dgm:pt>
    <dgm:pt modelId="{E2A99D35-1B4A-4437-8FC3-11E7F7EA6D97}">
      <dgm:prSet/>
      <dgm:spPr/>
      <dgm:t>
        <a:bodyPr/>
        <a:lstStyle/>
        <a:p>
          <a:pPr>
            <a:buNone/>
          </a:pPr>
          <a:r>
            <a:rPr lang="es-MX"/>
            <a:t>LogReg, SVM (RBF) y MLP optimizados</a:t>
          </a:r>
        </a:p>
      </dgm:t>
    </dgm:pt>
    <dgm:pt modelId="{3F37DD7E-2D5D-41ED-874B-49EAF2F3E40E}" type="parTrans" cxnId="{79C52470-90DA-4BB8-9DBC-A2F379921869}">
      <dgm:prSet/>
      <dgm:spPr/>
      <dgm:t>
        <a:bodyPr/>
        <a:lstStyle/>
        <a:p>
          <a:endParaRPr lang="es-MX"/>
        </a:p>
      </dgm:t>
    </dgm:pt>
    <dgm:pt modelId="{3001B767-68D3-46D5-B4C2-19035D987B93}" type="sibTrans" cxnId="{79C52470-90DA-4BB8-9DBC-A2F379921869}">
      <dgm:prSet/>
      <dgm:spPr/>
      <dgm:t>
        <a:bodyPr/>
        <a:lstStyle/>
        <a:p>
          <a:endParaRPr lang="es-MX"/>
        </a:p>
      </dgm:t>
    </dgm:pt>
    <dgm:pt modelId="{3A62D4D4-2530-4972-BF77-C565359D1394}">
      <dgm:prSet/>
      <dgm:spPr/>
      <dgm:t>
        <a:bodyPr/>
        <a:lstStyle/>
        <a:p>
          <a:pPr>
            <a:buNone/>
          </a:pPr>
          <a:r>
            <a:rPr lang="es-MX"/>
            <a:t>F1-score macro, accuracy y AUC</a:t>
          </a:r>
        </a:p>
      </dgm:t>
    </dgm:pt>
    <dgm:pt modelId="{76BDD2A0-ABDA-4D17-BDBA-83273C7EBCDE}" type="parTrans" cxnId="{CCF5CE12-E903-4DAE-A257-EE411D530CA2}">
      <dgm:prSet/>
      <dgm:spPr/>
      <dgm:t>
        <a:bodyPr/>
        <a:lstStyle/>
        <a:p>
          <a:endParaRPr lang="es-MX"/>
        </a:p>
      </dgm:t>
    </dgm:pt>
    <dgm:pt modelId="{1294FC4C-3817-4C5E-A779-9FF81D2CF651}" type="sibTrans" cxnId="{CCF5CE12-E903-4DAE-A257-EE411D530CA2}">
      <dgm:prSet/>
      <dgm:spPr/>
      <dgm:t>
        <a:bodyPr/>
        <a:lstStyle/>
        <a:p>
          <a:endParaRPr lang="es-MX"/>
        </a:p>
      </dgm:t>
    </dgm:pt>
    <dgm:pt modelId="{B5FE4F55-0C7E-45B5-AF24-DECE4477D28B}" type="pres">
      <dgm:prSet presAssocID="{85D9FBA3-A1C7-4A8C-A06E-801A6F7846EF}" presName="Name0" presStyleCnt="0">
        <dgm:presLayoutVars>
          <dgm:dir/>
          <dgm:animLvl val="lvl"/>
          <dgm:resizeHandles val="exact"/>
        </dgm:presLayoutVars>
      </dgm:prSet>
      <dgm:spPr/>
    </dgm:pt>
    <dgm:pt modelId="{5FB663CE-CB5F-4DCC-B010-13AE57C81A61}" type="pres">
      <dgm:prSet presAssocID="{85D9FBA3-A1C7-4A8C-A06E-801A6F7846EF}" presName="tSp" presStyleCnt="0"/>
      <dgm:spPr/>
    </dgm:pt>
    <dgm:pt modelId="{2C29D9F0-A226-46B1-9226-F7E550B190B7}" type="pres">
      <dgm:prSet presAssocID="{85D9FBA3-A1C7-4A8C-A06E-801A6F7846EF}" presName="bSp" presStyleCnt="0"/>
      <dgm:spPr/>
    </dgm:pt>
    <dgm:pt modelId="{6287D54D-842A-4067-A936-E45BF6B0EF37}" type="pres">
      <dgm:prSet presAssocID="{85D9FBA3-A1C7-4A8C-A06E-801A6F7846EF}" presName="process" presStyleCnt="0"/>
      <dgm:spPr/>
    </dgm:pt>
    <dgm:pt modelId="{E25C8258-D930-4B16-B976-09C52E044BAA}" type="pres">
      <dgm:prSet presAssocID="{92F85499-14FA-4393-8AD2-3AE2B8684274}" presName="composite1" presStyleCnt="0"/>
      <dgm:spPr/>
    </dgm:pt>
    <dgm:pt modelId="{DA258C06-E26E-41D9-B54C-2D73DE1E3929}" type="pres">
      <dgm:prSet presAssocID="{92F85499-14FA-4393-8AD2-3AE2B8684274}" presName="dummyNode1" presStyleLbl="node1" presStyleIdx="0" presStyleCnt="6"/>
      <dgm:spPr/>
    </dgm:pt>
    <dgm:pt modelId="{B37D50CF-6486-4ECE-B8BE-C8038408DB51}" type="pres">
      <dgm:prSet presAssocID="{92F85499-14FA-4393-8AD2-3AE2B8684274}" presName="childNode1" presStyleLbl="bgAcc1" presStyleIdx="0" presStyleCnt="6">
        <dgm:presLayoutVars>
          <dgm:bulletEnabled val="1"/>
        </dgm:presLayoutVars>
      </dgm:prSet>
      <dgm:spPr/>
    </dgm:pt>
    <dgm:pt modelId="{F31FBE3C-C756-420C-AC63-83AD693222E8}" type="pres">
      <dgm:prSet presAssocID="{92F85499-14FA-4393-8AD2-3AE2B8684274}" presName="childNode1tx" presStyleLbl="bgAcc1" presStyleIdx="0" presStyleCnt="6">
        <dgm:presLayoutVars>
          <dgm:bulletEnabled val="1"/>
        </dgm:presLayoutVars>
      </dgm:prSet>
      <dgm:spPr/>
    </dgm:pt>
    <dgm:pt modelId="{C164A064-8E4C-4760-A7BE-301691E15E95}" type="pres">
      <dgm:prSet presAssocID="{92F85499-14FA-4393-8AD2-3AE2B8684274}" presName="parentNode1" presStyleLbl="node1" presStyleIdx="0" presStyleCnt="6">
        <dgm:presLayoutVars>
          <dgm:chMax val="1"/>
          <dgm:bulletEnabled val="1"/>
        </dgm:presLayoutVars>
      </dgm:prSet>
      <dgm:spPr/>
    </dgm:pt>
    <dgm:pt modelId="{8DFAA593-B1B5-4672-B398-EE0843A94C06}" type="pres">
      <dgm:prSet presAssocID="{92F85499-14FA-4393-8AD2-3AE2B8684274}" presName="connSite1" presStyleCnt="0"/>
      <dgm:spPr/>
    </dgm:pt>
    <dgm:pt modelId="{443045CC-F915-43B3-8BAD-DF1E5DCEF835}" type="pres">
      <dgm:prSet presAssocID="{B184C247-EE5C-42EB-BB30-5569C7C55AE0}" presName="Name9" presStyleLbl="sibTrans2D1" presStyleIdx="0" presStyleCnt="5"/>
      <dgm:spPr/>
    </dgm:pt>
    <dgm:pt modelId="{2E9A14CF-BD7E-4B54-8710-140DAE49C8BE}" type="pres">
      <dgm:prSet presAssocID="{10AC52BA-F64B-46BE-A548-C72E72C6263C}" presName="composite2" presStyleCnt="0"/>
      <dgm:spPr/>
    </dgm:pt>
    <dgm:pt modelId="{A439EB6D-4DEE-4E38-8A13-37F777000479}" type="pres">
      <dgm:prSet presAssocID="{10AC52BA-F64B-46BE-A548-C72E72C6263C}" presName="dummyNode2" presStyleLbl="node1" presStyleIdx="0" presStyleCnt="6"/>
      <dgm:spPr/>
    </dgm:pt>
    <dgm:pt modelId="{51F79202-4A39-491B-A9D9-B859F3C5D395}" type="pres">
      <dgm:prSet presAssocID="{10AC52BA-F64B-46BE-A548-C72E72C6263C}" presName="childNode2" presStyleLbl="bgAcc1" presStyleIdx="1" presStyleCnt="6">
        <dgm:presLayoutVars>
          <dgm:bulletEnabled val="1"/>
        </dgm:presLayoutVars>
      </dgm:prSet>
      <dgm:spPr/>
    </dgm:pt>
    <dgm:pt modelId="{8F8B46E5-BD0D-4E35-8D6C-6AB7DD424FF6}" type="pres">
      <dgm:prSet presAssocID="{10AC52BA-F64B-46BE-A548-C72E72C6263C}" presName="childNode2tx" presStyleLbl="bgAcc1" presStyleIdx="1" presStyleCnt="6">
        <dgm:presLayoutVars>
          <dgm:bulletEnabled val="1"/>
        </dgm:presLayoutVars>
      </dgm:prSet>
      <dgm:spPr/>
    </dgm:pt>
    <dgm:pt modelId="{592BE5B6-0653-48BD-898B-97F425CB3715}" type="pres">
      <dgm:prSet presAssocID="{10AC52BA-F64B-46BE-A548-C72E72C6263C}" presName="parentNode2" presStyleLbl="node1" presStyleIdx="1" presStyleCnt="6">
        <dgm:presLayoutVars>
          <dgm:chMax val="0"/>
          <dgm:bulletEnabled val="1"/>
        </dgm:presLayoutVars>
      </dgm:prSet>
      <dgm:spPr/>
    </dgm:pt>
    <dgm:pt modelId="{926D4A95-291B-462B-8E2D-5529F3882AA4}" type="pres">
      <dgm:prSet presAssocID="{10AC52BA-F64B-46BE-A548-C72E72C6263C}" presName="connSite2" presStyleCnt="0"/>
      <dgm:spPr/>
    </dgm:pt>
    <dgm:pt modelId="{F4127FAF-FCDE-4F0A-833F-EB927189D592}" type="pres">
      <dgm:prSet presAssocID="{6D880B78-4B85-43B1-B6ED-A2B73C0844F7}" presName="Name18" presStyleLbl="sibTrans2D1" presStyleIdx="1" presStyleCnt="5"/>
      <dgm:spPr/>
    </dgm:pt>
    <dgm:pt modelId="{02D45092-9E30-4CBE-9F97-7C6DC7ECF261}" type="pres">
      <dgm:prSet presAssocID="{321C4987-2105-4FE2-A710-DC219965C2BD}" presName="composite1" presStyleCnt="0"/>
      <dgm:spPr/>
    </dgm:pt>
    <dgm:pt modelId="{943C4CA4-EB58-4928-84E4-6013ED3664B8}" type="pres">
      <dgm:prSet presAssocID="{321C4987-2105-4FE2-A710-DC219965C2BD}" presName="dummyNode1" presStyleLbl="node1" presStyleIdx="1" presStyleCnt="6"/>
      <dgm:spPr/>
    </dgm:pt>
    <dgm:pt modelId="{8FC5AFAF-65CA-432E-A39A-9B86556808C9}" type="pres">
      <dgm:prSet presAssocID="{321C4987-2105-4FE2-A710-DC219965C2BD}" presName="childNode1" presStyleLbl="bgAcc1" presStyleIdx="2" presStyleCnt="6">
        <dgm:presLayoutVars>
          <dgm:bulletEnabled val="1"/>
        </dgm:presLayoutVars>
      </dgm:prSet>
      <dgm:spPr/>
    </dgm:pt>
    <dgm:pt modelId="{A7020DB4-811D-4900-9242-9ACBEC8F003F}" type="pres">
      <dgm:prSet presAssocID="{321C4987-2105-4FE2-A710-DC219965C2BD}" presName="childNode1tx" presStyleLbl="bgAcc1" presStyleIdx="2" presStyleCnt="6">
        <dgm:presLayoutVars>
          <dgm:bulletEnabled val="1"/>
        </dgm:presLayoutVars>
      </dgm:prSet>
      <dgm:spPr/>
    </dgm:pt>
    <dgm:pt modelId="{5B6DB680-28C1-4357-BCF6-21267338FAA2}" type="pres">
      <dgm:prSet presAssocID="{321C4987-2105-4FE2-A710-DC219965C2BD}" presName="parentNode1" presStyleLbl="node1" presStyleIdx="2" presStyleCnt="6">
        <dgm:presLayoutVars>
          <dgm:chMax val="1"/>
          <dgm:bulletEnabled val="1"/>
        </dgm:presLayoutVars>
      </dgm:prSet>
      <dgm:spPr/>
    </dgm:pt>
    <dgm:pt modelId="{286A3526-631C-4D3F-9848-051CB2E4DF3A}" type="pres">
      <dgm:prSet presAssocID="{321C4987-2105-4FE2-A710-DC219965C2BD}" presName="connSite1" presStyleCnt="0"/>
      <dgm:spPr/>
    </dgm:pt>
    <dgm:pt modelId="{7FAA7822-D56D-43A3-A650-C2192E7F3075}" type="pres">
      <dgm:prSet presAssocID="{B7F541E2-949F-4B68-873D-753EB62CF1D1}" presName="Name9" presStyleLbl="sibTrans2D1" presStyleIdx="2" presStyleCnt="5"/>
      <dgm:spPr/>
    </dgm:pt>
    <dgm:pt modelId="{08A4A322-9082-4C07-982E-757139DFDFAE}" type="pres">
      <dgm:prSet presAssocID="{5752CD56-C59A-4F45-87F9-AEAA81FCBA24}" presName="composite2" presStyleCnt="0"/>
      <dgm:spPr/>
    </dgm:pt>
    <dgm:pt modelId="{ABB30733-200F-4D4A-83EC-2AB3E262F4D5}" type="pres">
      <dgm:prSet presAssocID="{5752CD56-C59A-4F45-87F9-AEAA81FCBA24}" presName="dummyNode2" presStyleLbl="node1" presStyleIdx="2" presStyleCnt="6"/>
      <dgm:spPr/>
    </dgm:pt>
    <dgm:pt modelId="{26DFB254-FF23-4F60-B3AC-DCB38A20CE21}" type="pres">
      <dgm:prSet presAssocID="{5752CD56-C59A-4F45-87F9-AEAA81FCBA24}" presName="childNode2" presStyleLbl="bgAcc1" presStyleIdx="3" presStyleCnt="6">
        <dgm:presLayoutVars>
          <dgm:bulletEnabled val="1"/>
        </dgm:presLayoutVars>
      </dgm:prSet>
      <dgm:spPr/>
    </dgm:pt>
    <dgm:pt modelId="{D3DA301A-0197-47B7-AC23-225A8E5827F2}" type="pres">
      <dgm:prSet presAssocID="{5752CD56-C59A-4F45-87F9-AEAA81FCBA24}" presName="childNode2tx" presStyleLbl="bgAcc1" presStyleIdx="3" presStyleCnt="6">
        <dgm:presLayoutVars>
          <dgm:bulletEnabled val="1"/>
        </dgm:presLayoutVars>
      </dgm:prSet>
      <dgm:spPr/>
    </dgm:pt>
    <dgm:pt modelId="{C75807D9-B63F-48C3-8DB5-4303F6D5F87A}" type="pres">
      <dgm:prSet presAssocID="{5752CD56-C59A-4F45-87F9-AEAA81FCBA24}" presName="parentNode2" presStyleLbl="node1" presStyleIdx="3" presStyleCnt="6">
        <dgm:presLayoutVars>
          <dgm:chMax val="0"/>
          <dgm:bulletEnabled val="1"/>
        </dgm:presLayoutVars>
      </dgm:prSet>
      <dgm:spPr/>
    </dgm:pt>
    <dgm:pt modelId="{8CF8A9A1-449F-4629-9694-EAE6DE8E0CF0}" type="pres">
      <dgm:prSet presAssocID="{5752CD56-C59A-4F45-87F9-AEAA81FCBA24}" presName="connSite2" presStyleCnt="0"/>
      <dgm:spPr/>
    </dgm:pt>
    <dgm:pt modelId="{16517AD5-798A-4A18-859A-0BA3C9BB971C}" type="pres">
      <dgm:prSet presAssocID="{A599740F-1234-4965-AA6A-9178E14B608D}" presName="Name18" presStyleLbl="sibTrans2D1" presStyleIdx="3" presStyleCnt="5"/>
      <dgm:spPr/>
    </dgm:pt>
    <dgm:pt modelId="{5435F4D0-37EB-4987-AAC2-01993532A68A}" type="pres">
      <dgm:prSet presAssocID="{9B31A476-AB59-4A51-AF5D-E30D1D408D1E}" presName="composite1" presStyleCnt="0"/>
      <dgm:spPr/>
    </dgm:pt>
    <dgm:pt modelId="{12C3E440-7E5F-4E4D-A933-BB2824FA2E11}" type="pres">
      <dgm:prSet presAssocID="{9B31A476-AB59-4A51-AF5D-E30D1D408D1E}" presName="dummyNode1" presStyleLbl="node1" presStyleIdx="3" presStyleCnt="6"/>
      <dgm:spPr/>
    </dgm:pt>
    <dgm:pt modelId="{CF2A25A8-3325-416F-BD27-D1382203F01B}" type="pres">
      <dgm:prSet presAssocID="{9B31A476-AB59-4A51-AF5D-E30D1D408D1E}" presName="childNode1" presStyleLbl="bgAcc1" presStyleIdx="4" presStyleCnt="6">
        <dgm:presLayoutVars>
          <dgm:bulletEnabled val="1"/>
        </dgm:presLayoutVars>
      </dgm:prSet>
      <dgm:spPr/>
    </dgm:pt>
    <dgm:pt modelId="{00BC8EDA-A021-4D8F-B9AD-002385C343AA}" type="pres">
      <dgm:prSet presAssocID="{9B31A476-AB59-4A51-AF5D-E30D1D408D1E}" presName="childNode1tx" presStyleLbl="bgAcc1" presStyleIdx="4" presStyleCnt="6">
        <dgm:presLayoutVars>
          <dgm:bulletEnabled val="1"/>
        </dgm:presLayoutVars>
      </dgm:prSet>
      <dgm:spPr/>
    </dgm:pt>
    <dgm:pt modelId="{9074D203-9BFB-424D-8E54-77FB56E9B697}" type="pres">
      <dgm:prSet presAssocID="{9B31A476-AB59-4A51-AF5D-E30D1D408D1E}" presName="parentNode1" presStyleLbl="node1" presStyleIdx="4" presStyleCnt="6">
        <dgm:presLayoutVars>
          <dgm:chMax val="1"/>
          <dgm:bulletEnabled val="1"/>
        </dgm:presLayoutVars>
      </dgm:prSet>
      <dgm:spPr/>
    </dgm:pt>
    <dgm:pt modelId="{29342501-1E11-4BF6-B624-F88D62D8BC6F}" type="pres">
      <dgm:prSet presAssocID="{9B31A476-AB59-4A51-AF5D-E30D1D408D1E}" presName="connSite1" presStyleCnt="0"/>
      <dgm:spPr/>
    </dgm:pt>
    <dgm:pt modelId="{3E846FCC-D0C4-4C2E-B8A4-FD4D00A149D2}" type="pres">
      <dgm:prSet presAssocID="{152B5973-06B6-4613-9F52-469B3F5761BF}" presName="Name9" presStyleLbl="sibTrans2D1" presStyleIdx="4" presStyleCnt="5"/>
      <dgm:spPr/>
    </dgm:pt>
    <dgm:pt modelId="{E10283DD-22BD-472F-A2D9-BDE9F31A11B9}" type="pres">
      <dgm:prSet presAssocID="{E7625015-96C0-419D-AA09-2C858FB61634}" presName="composite2" presStyleCnt="0"/>
      <dgm:spPr/>
    </dgm:pt>
    <dgm:pt modelId="{99C15536-2ADF-4EE4-8FB7-B9986EC4AADD}" type="pres">
      <dgm:prSet presAssocID="{E7625015-96C0-419D-AA09-2C858FB61634}" presName="dummyNode2" presStyleLbl="node1" presStyleIdx="4" presStyleCnt="6"/>
      <dgm:spPr/>
    </dgm:pt>
    <dgm:pt modelId="{FF59E380-8AC1-467D-B3D3-83C875E7AD14}" type="pres">
      <dgm:prSet presAssocID="{E7625015-96C0-419D-AA09-2C858FB61634}" presName="childNode2" presStyleLbl="bgAcc1" presStyleIdx="5" presStyleCnt="6">
        <dgm:presLayoutVars>
          <dgm:bulletEnabled val="1"/>
        </dgm:presLayoutVars>
      </dgm:prSet>
      <dgm:spPr/>
    </dgm:pt>
    <dgm:pt modelId="{438B241E-3369-4850-AC0A-4B18E914324D}" type="pres">
      <dgm:prSet presAssocID="{E7625015-96C0-419D-AA09-2C858FB61634}" presName="childNode2tx" presStyleLbl="bgAcc1" presStyleIdx="5" presStyleCnt="6">
        <dgm:presLayoutVars>
          <dgm:bulletEnabled val="1"/>
        </dgm:presLayoutVars>
      </dgm:prSet>
      <dgm:spPr/>
    </dgm:pt>
    <dgm:pt modelId="{E3FB7E25-3C1F-4DBB-A569-8DDD6F680B72}" type="pres">
      <dgm:prSet presAssocID="{E7625015-96C0-419D-AA09-2C858FB61634}" presName="parentNode2" presStyleLbl="node1" presStyleIdx="5" presStyleCnt="6">
        <dgm:presLayoutVars>
          <dgm:chMax val="0"/>
          <dgm:bulletEnabled val="1"/>
        </dgm:presLayoutVars>
      </dgm:prSet>
      <dgm:spPr/>
    </dgm:pt>
    <dgm:pt modelId="{D0EBFE08-F80F-4D80-903E-C8BDAAF1D2BB}" type="pres">
      <dgm:prSet presAssocID="{E7625015-96C0-419D-AA09-2C858FB61634}" presName="connSite2" presStyleCnt="0"/>
      <dgm:spPr/>
    </dgm:pt>
  </dgm:ptLst>
  <dgm:cxnLst>
    <dgm:cxn modelId="{EC5AFD08-69F1-42FE-9AF6-564B0424FEB3}" srcId="{321C4987-2105-4FE2-A710-DC219965C2BD}" destId="{855A6FAE-7F39-4DD8-8848-1C1FF64FF491}" srcOrd="0" destOrd="0" parTransId="{1853D4FB-01E2-40FB-BCFD-08C12DCAA28B}" sibTransId="{5375C9D9-0D87-4E88-B39B-4086DC61037E}"/>
    <dgm:cxn modelId="{5963E90C-1098-4725-A147-EF8BC502B9BE}" type="presOf" srcId="{63258AF8-E22B-4B1D-8525-F72711170FF5}" destId="{51F79202-4A39-491B-A9D9-B859F3C5D395}" srcOrd="0" destOrd="0" presId="urn:microsoft.com/office/officeart/2005/8/layout/hProcess4"/>
    <dgm:cxn modelId="{C92AED0C-8BA0-4753-ACDD-68E9FAFAE7B3}" type="presOf" srcId="{E7625015-96C0-419D-AA09-2C858FB61634}" destId="{E3FB7E25-3C1F-4DBB-A569-8DDD6F680B72}" srcOrd="0" destOrd="0" presId="urn:microsoft.com/office/officeart/2005/8/layout/hProcess4"/>
    <dgm:cxn modelId="{3E57D510-E6F1-405A-A9B0-67F923EF5CEE}" srcId="{85D9FBA3-A1C7-4A8C-A06E-801A6F7846EF}" destId="{92F85499-14FA-4393-8AD2-3AE2B8684274}" srcOrd="0" destOrd="0" parTransId="{A3F2CFAB-EFF3-4CF4-A23C-011EBB55823B}" sibTransId="{B184C247-EE5C-42EB-BB30-5569C7C55AE0}"/>
    <dgm:cxn modelId="{CCF5CE12-E903-4DAE-A257-EE411D530CA2}" srcId="{E7625015-96C0-419D-AA09-2C858FB61634}" destId="{3A62D4D4-2530-4972-BF77-C565359D1394}" srcOrd="0" destOrd="0" parTransId="{76BDD2A0-ABDA-4D17-BDBA-83273C7EBCDE}" sibTransId="{1294FC4C-3817-4C5E-A779-9FF81D2CF651}"/>
    <dgm:cxn modelId="{A747ED14-C4A4-4BBA-A8EE-D53298875F06}" type="presOf" srcId="{DD6048D1-7F97-48DA-A266-CF906AF9F24F}" destId="{F31FBE3C-C756-420C-AC63-83AD693222E8}" srcOrd="1" destOrd="0" presId="urn:microsoft.com/office/officeart/2005/8/layout/hProcess4"/>
    <dgm:cxn modelId="{A63DFC16-2DCC-46EE-99A6-D50CBCA2A3E3}" type="presOf" srcId="{9B31A476-AB59-4A51-AF5D-E30D1D408D1E}" destId="{9074D203-9BFB-424D-8E54-77FB56E9B697}" srcOrd="0" destOrd="0" presId="urn:microsoft.com/office/officeart/2005/8/layout/hProcess4"/>
    <dgm:cxn modelId="{61384A17-620F-4A06-9974-54BC9612473A}" type="presOf" srcId="{6D880B78-4B85-43B1-B6ED-A2B73C0844F7}" destId="{F4127FAF-FCDE-4F0A-833F-EB927189D592}" srcOrd="0" destOrd="0" presId="urn:microsoft.com/office/officeart/2005/8/layout/hProcess4"/>
    <dgm:cxn modelId="{BFC61B23-F53C-43C4-A848-04A8CD7A03BB}" type="presOf" srcId="{321C4987-2105-4FE2-A710-DC219965C2BD}" destId="{5B6DB680-28C1-4357-BCF6-21267338FAA2}" srcOrd="0" destOrd="0" presId="urn:microsoft.com/office/officeart/2005/8/layout/hProcess4"/>
    <dgm:cxn modelId="{1115F82F-FAA0-4FC4-9D8D-73DF89A2011A}" srcId="{85D9FBA3-A1C7-4A8C-A06E-801A6F7846EF}" destId="{E7625015-96C0-419D-AA09-2C858FB61634}" srcOrd="5" destOrd="0" parTransId="{32B7D1C5-D3C9-4033-A6CC-7F888346A318}" sibTransId="{2E40CD7A-0A5D-49FC-8CC0-74F0E1353AEC}"/>
    <dgm:cxn modelId="{43E45A31-A4C3-4018-B837-BD03984156EA}" srcId="{85D9FBA3-A1C7-4A8C-A06E-801A6F7846EF}" destId="{321C4987-2105-4FE2-A710-DC219965C2BD}" srcOrd="2" destOrd="0" parTransId="{DAC30834-6028-495A-9070-DB9A1875FB70}" sibTransId="{B7F541E2-949F-4B68-873D-753EB62CF1D1}"/>
    <dgm:cxn modelId="{8B2E7E42-4432-4B10-9EFC-8427DDCEDDB6}" type="presOf" srcId="{10AC52BA-F64B-46BE-A548-C72E72C6263C}" destId="{592BE5B6-0653-48BD-898B-97F425CB3715}" srcOrd="0" destOrd="0" presId="urn:microsoft.com/office/officeart/2005/8/layout/hProcess4"/>
    <dgm:cxn modelId="{1B4C0D66-5E17-4A82-989E-D6DA9D605AC9}" type="presOf" srcId="{855A6FAE-7F39-4DD8-8848-1C1FF64FF491}" destId="{A7020DB4-811D-4900-9242-9ACBEC8F003F}" srcOrd="1" destOrd="0" presId="urn:microsoft.com/office/officeart/2005/8/layout/hProcess4"/>
    <dgm:cxn modelId="{7BD2FA6B-62F4-4062-AC75-167E3C9B700F}" type="presOf" srcId="{B7F541E2-949F-4B68-873D-753EB62CF1D1}" destId="{7FAA7822-D56D-43A3-A650-C2192E7F3075}" srcOrd="0" destOrd="0" presId="urn:microsoft.com/office/officeart/2005/8/layout/hProcess4"/>
    <dgm:cxn modelId="{79C52470-90DA-4BB8-9DBC-A2F379921869}" srcId="{9B31A476-AB59-4A51-AF5D-E30D1D408D1E}" destId="{E2A99D35-1B4A-4437-8FC3-11E7F7EA6D97}" srcOrd="0" destOrd="0" parTransId="{3F37DD7E-2D5D-41ED-874B-49EAF2F3E40E}" sibTransId="{3001B767-68D3-46D5-B4C2-19035D987B93}"/>
    <dgm:cxn modelId="{CC04A654-021B-489D-BCBC-6BC706D2B37F}" srcId="{85D9FBA3-A1C7-4A8C-A06E-801A6F7846EF}" destId="{9B31A476-AB59-4A51-AF5D-E30D1D408D1E}" srcOrd="4" destOrd="0" parTransId="{DE60AA96-7A16-4F20-8B4D-15C062A2B225}" sibTransId="{152B5973-06B6-4613-9F52-469B3F5761BF}"/>
    <dgm:cxn modelId="{BE06D857-84E9-472A-9A27-56F1B5E3323E}" type="presOf" srcId="{3A62D4D4-2530-4972-BF77-C565359D1394}" destId="{438B241E-3369-4850-AC0A-4B18E914324D}" srcOrd="1" destOrd="0" presId="urn:microsoft.com/office/officeart/2005/8/layout/hProcess4"/>
    <dgm:cxn modelId="{B4D7A378-0EC9-4513-8A47-3670E616781F}" type="presOf" srcId="{B184C247-EE5C-42EB-BB30-5569C7C55AE0}" destId="{443045CC-F915-43B3-8BAD-DF1E5DCEF835}" srcOrd="0" destOrd="0" presId="urn:microsoft.com/office/officeart/2005/8/layout/hProcess4"/>
    <dgm:cxn modelId="{5F4E058C-05F7-4965-8375-FBBD6BC092E6}" type="presOf" srcId="{3A62D4D4-2530-4972-BF77-C565359D1394}" destId="{FF59E380-8AC1-467D-B3D3-83C875E7AD14}" srcOrd="0" destOrd="0" presId="urn:microsoft.com/office/officeart/2005/8/layout/hProcess4"/>
    <dgm:cxn modelId="{23C57A8E-8587-44E8-8A5B-1CEE3247D28E}" type="presOf" srcId="{A599740F-1234-4965-AA6A-9178E14B608D}" destId="{16517AD5-798A-4A18-859A-0BA3C9BB971C}" srcOrd="0" destOrd="0" presId="urn:microsoft.com/office/officeart/2005/8/layout/hProcess4"/>
    <dgm:cxn modelId="{16066394-4521-4B0C-99D7-B3F2886C3253}" srcId="{5752CD56-C59A-4F45-87F9-AEAA81FCBA24}" destId="{4DA26853-F669-43D4-8230-5754C5521D15}" srcOrd="0" destOrd="0" parTransId="{3DE4D747-B5E7-4EC8-84DF-953854D2C060}" sibTransId="{E8F22240-3762-4581-AE36-8B398FF9BC1C}"/>
    <dgm:cxn modelId="{D5F2559F-81C9-4DE9-BEF7-0308D207B70D}" srcId="{85D9FBA3-A1C7-4A8C-A06E-801A6F7846EF}" destId="{5752CD56-C59A-4F45-87F9-AEAA81FCBA24}" srcOrd="3" destOrd="0" parTransId="{F8FF706F-F7D9-437C-B6D2-F42D0A240995}" sibTransId="{A599740F-1234-4965-AA6A-9178E14B608D}"/>
    <dgm:cxn modelId="{DE4DA4A3-9C3F-44B9-BB61-A892EB79B263}" type="presOf" srcId="{E2A99D35-1B4A-4437-8FC3-11E7F7EA6D97}" destId="{00BC8EDA-A021-4D8F-B9AD-002385C343AA}" srcOrd="1" destOrd="0" presId="urn:microsoft.com/office/officeart/2005/8/layout/hProcess4"/>
    <dgm:cxn modelId="{35FFEDAC-9012-4EC1-B1DB-8ADBF9AB117E}" type="presOf" srcId="{92F85499-14FA-4393-8AD2-3AE2B8684274}" destId="{C164A064-8E4C-4760-A7BE-301691E15E95}" srcOrd="0" destOrd="0" presId="urn:microsoft.com/office/officeart/2005/8/layout/hProcess4"/>
    <dgm:cxn modelId="{80C7DAAE-1FB9-4636-B6F9-A644093B11B7}" type="presOf" srcId="{152B5973-06B6-4613-9F52-469B3F5761BF}" destId="{3E846FCC-D0C4-4C2E-B8A4-FD4D00A149D2}" srcOrd="0" destOrd="0" presId="urn:microsoft.com/office/officeart/2005/8/layout/hProcess4"/>
    <dgm:cxn modelId="{A96CF5B1-61C9-4FC8-9AAC-115F32EB3FE8}" type="presOf" srcId="{85D9FBA3-A1C7-4A8C-A06E-801A6F7846EF}" destId="{B5FE4F55-0C7E-45B5-AF24-DECE4477D28B}" srcOrd="0" destOrd="0" presId="urn:microsoft.com/office/officeart/2005/8/layout/hProcess4"/>
    <dgm:cxn modelId="{800881BB-837B-40FD-982E-A275991BC9E7}" type="presOf" srcId="{4DA26853-F669-43D4-8230-5754C5521D15}" destId="{26DFB254-FF23-4F60-B3AC-DCB38A20CE21}" srcOrd="0" destOrd="0" presId="urn:microsoft.com/office/officeart/2005/8/layout/hProcess4"/>
    <dgm:cxn modelId="{D3DB40BE-6203-4A2D-9D63-7F1E315B7BF1}" type="presOf" srcId="{4DA26853-F669-43D4-8230-5754C5521D15}" destId="{D3DA301A-0197-47B7-AC23-225A8E5827F2}" srcOrd="1" destOrd="0" presId="urn:microsoft.com/office/officeart/2005/8/layout/hProcess4"/>
    <dgm:cxn modelId="{17AB0AC7-EB41-4864-B10E-E0873742126D}" type="presOf" srcId="{855A6FAE-7F39-4DD8-8848-1C1FF64FF491}" destId="{8FC5AFAF-65CA-432E-A39A-9B86556808C9}" srcOrd="0" destOrd="0" presId="urn:microsoft.com/office/officeart/2005/8/layout/hProcess4"/>
    <dgm:cxn modelId="{D61AC7CA-E4A4-4DA2-8BB7-ECF5A1C8AF8C}" srcId="{85D9FBA3-A1C7-4A8C-A06E-801A6F7846EF}" destId="{10AC52BA-F64B-46BE-A548-C72E72C6263C}" srcOrd="1" destOrd="0" parTransId="{1A9E122C-C68C-4710-9B89-05B426DB5354}" sibTransId="{6D880B78-4B85-43B1-B6ED-A2B73C0844F7}"/>
    <dgm:cxn modelId="{F0A3BDD1-80A8-4249-98AD-E95DEF8EF409}" type="presOf" srcId="{63258AF8-E22B-4B1D-8525-F72711170FF5}" destId="{8F8B46E5-BD0D-4E35-8D6C-6AB7DD424FF6}" srcOrd="1" destOrd="0" presId="urn:microsoft.com/office/officeart/2005/8/layout/hProcess4"/>
    <dgm:cxn modelId="{2DAC99DF-2B8A-4C01-9688-9F98330A2861}" srcId="{92F85499-14FA-4393-8AD2-3AE2B8684274}" destId="{DD6048D1-7F97-48DA-A266-CF906AF9F24F}" srcOrd="0" destOrd="0" parTransId="{F67B6F10-E7B6-4EC4-AF3F-A5C5CDDDAF0F}" sibTransId="{4E99861C-6893-47F6-A881-4FA988E791AF}"/>
    <dgm:cxn modelId="{4CD852EF-D74A-401C-B7BF-A35CB4372F56}" type="presOf" srcId="{E2A99D35-1B4A-4437-8FC3-11E7F7EA6D97}" destId="{CF2A25A8-3325-416F-BD27-D1382203F01B}" srcOrd="0" destOrd="0" presId="urn:microsoft.com/office/officeart/2005/8/layout/hProcess4"/>
    <dgm:cxn modelId="{C5126FF0-37C5-47E0-8746-5C07FBBBAB64}" type="presOf" srcId="{5752CD56-C59A-4F45-87F9-AEAA81FCBA24}" destId="{C75807D9-B63F-48C3-8DB5-4303F6D5F87A}" srcOrd="0" destOrd="0" presId="urn:microsoft.com/office/officeart/2005/8/layout/hProcess4"/>
    <dgm:cxn modelId="{800F7AF6-9A85-403A-8472-32BDB8699E89}" type="presOf" srcId="{DD6048D1-7F97-48DA-A266-CF906AF9F24F}" destId="{B37D50CF-6486-4ECE-B8BE-C8038408DB51}" srcOrd="0" destOrd="0" presId="urn:microsoft.com/office/officeart/2005/8/layout/hProcess4"/>
    <dgm:cxn modelId="{8A4C13FD-C03A-4584-B34B-90CACBBD3608}" srcId="{10AC52BA-F64B-46BE-A548-C72E72C6263C}" destId="{63258AF8-E22B-4B1D-8525-F72711170FF5}" srcOrd="0" destOrd="0" parTransId="{F644BF78-29E7-4086-96E2-2A1CAE58B123}" sibTransId="{4B5D33A9-9A23-43AD-AD79-1265A074FBDA}"/>
    <dgm:cxn modelId="{5C96F157-048C-4BB6-B90C-35F8FB7FD5CA}" type="presParOf" srcId="{B5FE4F55-0C7E-45B5-AF24-DECE4477D28B}" destId="{5FB663CE-CB5F-4DCC-B010-13AE57C81A61}" srcOrd="0" destOrd="0" presId="urn:microsoft.com/office/officeart/2005/8/layout/hProcess4"/>
    <dgm:cxn modelId="{2CCEFEC8-A35D-4E23-9779-80CB1CC30586}" type="presParOf" srcId="{B5FE4F55-0C7E-45B5-AF24-DECE4477D28B}" destId="{2C29D9F0-A226-46B1-9226-F7E550B190B7}" srcOrd="1" destOrd="0" presId="urn:microsoft.com/office/officeart/2005/8/layout/hProcess4"/>
    <dgm:cxn modelId="{80AC06B0-0E16-49EF-87B3-931B91A3795A}" type="presParOf" srcId="{B5FE4F55-0C7E-45B5-AF24-DECE4477D28B}" destId="{6287D54D-842A-4067-A936-E45BF6B0EF37}" srcOrd="2" destOrd="0" presId="urn:microsoft.com/office/officeart/2005/8/layout/hProcess4"/>
    <dgm:cxn modelId="{AB6A190D-131B-4600-9C96-E545CDF30963}" type="presParOf" srcId="{6287D54D-842A-4067-A936-E45BF6B0EF37}" destId="{E25C8258-D930-4B16-B976-09C52E044BAA}" srcOrd="0" destOrd="0" presId="urn:microsoft.com/office/officeart/2005/8/layout/hProcess4"/>
    <dgm:cxn modelId="{4E964FF1-F781-462F-80F0-92E322AD570E}" type="presParOf" srcId="{E25C8258-D930-4B16-B976-09C52E044BAA}" destId="{DA258C06-E26E-41D9-B54C-2D73DE1E3929}" srcOrd="0" destOrd="0" presId="urn:microsoft.com/office/officeart/2005/8/layout/hProcess4"/>
    <dgm:cxn modelId="{6FAFE971-30C9-4AB3-AF63-0E57820E3217}" type="presParOf" srcId="{E25C8258-D930-4B16-B976-09C52E044BAA}" destId="{B37D50CF-6486-4ECE-B8BE-C8038408DB51}" srcOrd="1" destOrd="0" presId="urn:microsoft.com/office/officeart/2005/8/layout/hProcess4"/>
    <dgm:cxn modelId="{81E0A6FA-6A3F-4150-909D-53E860BAD26B}" type="presParOf" srcId="{E25C8258-D930-4B16-B976-09C52E044BAA}" destId="{F31FBE3C-C756-420C-AC63-83AD693222E8}" srcOrd="2" destOrd="0" presId="urn:microsoft.com/office/officeart/2005/8/layout/hProcess4"/>
    <dgm:cxn modelId="{DF18E7D4-79E4-4EA0-830B-A151853F68A6}" type="presParOf" srcId="{E25C8258-D930-4B16-B976-09C52E044BAA}" destId="{C164A064-8E4C-4760-A7BE-301691E15E95}" srcOrd="3" destOrd="0" presId="urn:microsoft.com/office/officeart/2005/8/layout/hProcess4"/>
    <dgm:cxn modelId="{C87FD910-3813-4D79-ACDC-D1E15A3F3ACF}" type="presParOf" srcId="{E25C8258-D930-4B16-B976-09C52E044BAA}" destId="{8DFAA593-B1B5-4672-B398-EE0843A94C06}" srcOrd="4" destOrd="0" presId="urn:microsoft.com/office/officeart/2005/8/layout/hProcess4"/>
    <dgm:cxn modelId="{2E52169C-67C8-48F5-B598-13E2284BB41B}" type="presParOf" srcId="{6287D54D-842A-4067-A936-E45BF6B0EF37}" destId="{443045CC-F915-43B3-8BAD-DF1E5DCEF835}" srcOrd="1" destOrd="0" presId="urn:microsoft.com/office/officeart/2005/8/layout/hProcess4"/>
    <dgm:cxn modelId="{DC5B1DCF-BBDD-4758-9547-A67DB24EAF5C}" type="presParOf" srcId="{6287D54D-842A-4067-A936-E45BF6B0EF37}" destId="{2E9A14CF-BD7E-4B54-8710-140DAE49C8BE}" srcOrd="2" destOrd="0" presId="urn:microsoft.com/office/officeart/2005/8/layout/hProcess4"/>
    <dgm:cxn modelId="{C459E236-5FE8-48C9-AE66-36F1A3DBE841}" type="presParOf" srcId="{2E9A14CF-BD7E-4B54-8710-140DAE49C8BE}" destId="{A439EB6D-4DEE-4E38-8A13-37F777000479}" srcOrd="0" destOrd="0" presId="urn:microsoft.com/office/officeart/2005/8/layout/hProcess4"/>
    <dgm:cxn modelId="{883CBF79-9F54-4742-810E-865785489324}" type="presParOf" srcId="{2E9A14CF-BD7E-4B54-8710-140DAE49C8BE}" destId="{51F79202-4A39-491B-A9D9-B859F3C5D395}" srcOrd="1" destOrd="0" presId="urn:microsoft.com/office/officeart/2005/8/layout/hProcess4"/>
    <dgm:cxn modelId="{5D02C5D3-EE97-481F-9EB2-CB695379505D}" type="presParOf" srcId="{2E9A14CF-BD7E-4B54-8710-140DAE49C8BE}" destId="{8F8B46E5-BD0D-4E35-8D6C-6AB7DD424FF6}" srcOrd="2" destOrd="0" presId="urn:microsoft.com/office/officeart/2005/8/layout/hProcess4"/>
    <dgm:cxn modelId="{EA1E0463-6027-416D-83D4-45E6D1C4FCB2}" type="presParOf" srcId="{2E9A14CF-BD7E-4B54-8710-140DAE49C8BE}" destId="{592BE5B6-0653-48BD-898B-97F425CB3715}" srcOrd="3" destOrd="0" presId="urn:microsoft.com/office/officeart/2005/8/layout/hProcess4"/>
    <dgm:cxn modelId="{36B15D33-DD60-4AE1-ADB1-59867AFD6539}" type="presParOf" srcId="{2E9A14CF-BD7E-4B54-8710-140DAE49C8BE}" destId="{926D4A95-291B-462B-8E2D-5529F3882AA4}" srcOrd="4" destOrd="0" presId="urn:microsoft.com/office/officeart/2005/8/layout/hProcess4"/>
    <dgm:cxn modelId="{A9380908-08B4-4952-B177-27D59E561EE8}" type="presParOf" srcId="{6287D54D-842A-4067-A936-E45BF6B0EF37}" destId="{F4127FAF-FCDE-4F0A-833F-EB927189D592}" srcOrd="3" destOrd="0" presId="urn:microsoft.com/office/officeart/2005/8/layout/hProcess4"/>
    <dgm:cxn modelId="{79A6BFC7-D1E7-453A-9F6B-4F8A91255B7A}" type="presParOf" srcId="{6287D54D-842A-4067-A936-E45BF6B0EF37}" destId="{02D45092-9E30-4CBE-9F97-7C6DC7ECF261}" srcOrd="4" destOrd="0" presId="urn:microsoft.com/office/officeart/2005/8/layout/hProcess4"/>
    <dgm:cxn modelId="{13BE2A5A-29CE-4DD3-BA1B-BC1DF46E1332}" type="presParOf" srcId="{02D45092-9E30-4CBE-9F97-7C6DC7ECF261}" destId="{943C4CA4-EB58-4928-84E4-6013ED3664B8}" srcOrd="0" destOrd="0" presId="urn:microsoft.com/office/officeart/2005/8/layout/hProcess4"/>
    <dgm:cxn modelId="{002C5534-EC85-4832-8471-A6B3C4254965}" type="presParOf" srcId="{02D45092-9E30-4CBE-9F97-7C6DC7ECF261}" destId="{8FC5AFAF-65CA-432E-A39A-9B86556808C9}" srcOrd="1" destOrd="0" presId="urn:microsoft.com/office/officeart/2005/8/layout/hProcess4"/>
    <dgm:cxn modelId="{70FF2791-5653-4EBB-81B5-A3FC3C329683}" type="presParOf" srcId="{02D45092-9E30-4CBE-9F97-7C6DC7ECF261}" destId="{A7020DB4-811D-4900-9242-9ACBEC8F003F}" srcOrd="2" destOrd="0" presId="urn:microsoft.com/office/officeart/2005/8/layout/hProcess4"/>
    <dgm:cxn modelId="{FDEC4412-F633-4CE3-98C7-A805FF031978}" type="presParOf" srcId="{02D45092-9E30-4CBE-9F97-7C6DC7ECF261}" destId="{5B6DB680-28C1-4357-BCF6-21267338FAA2}" srcOrd="3" destOrd="0" presId="urn:microsoft.com/office/officeart/2005/8/layout/hProcess4"/>
    <dgm:cxn modelId="{DCAB0326-52C0-4C5A-A38A-75CD4D906F5F}" type="presParOf" srcId="{02D45092-9E30-4CBE-9F97-7C6DC7ECF261}" destId="{286A3526-631C-4D3F-9848-051CB2E4DF3A}" srcOrd="4" destOrd="0" presId="urn:microsoft.com/office/officeart/2005/8/layout/hProcess4"/>
    <dgm:cxn modelId="{C95ACC4C-0599-4705-8FA4-446899B86176}" type="presParOf" srcId="{6287D54D-842A-4067-A936-E45BF6B0EF37}" destId="{7FAA7822-D56D-43A3-A650-C2192E7F3075}" srcOrd="5" destOrd="0" presId="urn:microsoft.com/office/officeart/2005/8/layout/hProcess4"/>
    <dgm:cxn modelId="{3912E6CE-A913-4CEF-8DA9-A69BA022BE0C}" type="presParOf" srcId="{6287D54D-842A-4067-A936-E45BF6B0EF37}" destId="{08A4A322-9082-4C07-982E-757139DFDFAE}" srcOrd="6" destOrd="0" presId="urn:microsoft.com/office/officeart/2005/8/layout/hProcess4"/>
    <dgm:cxn modelId="{A1E39E4B-DB2E-4374-A67B-EA36254BC9D3}" type="presParOf" srcId="{08A4A322-9082-4C07-982E-757139DFDFAE}" destId="{ABB30733-200F-4D4A-83EC-2AB3E262F4D5}" srcOrd="0" destOrd="0" presId="urn:microsoft.com/office/officeart/2005/8/layout/hProcess4"/>
    <dgm:cxn modelId="{C2FC0967-6505-4296-AF3C-5B503FE80C90}" type="presParOf" srcId="{08A4A322-9082-4C07-982E-757139DFDFAE}" destId="{26DFB254-FF23-4F60-B3AC-DCB38A20CE21}" srcOrd="1" destOrd="0" presId="urn:microsoft.com/office/officeart/2005/8/layout/hProcess4"/>
    <dgm:cxn modelId="{9BBCB618-CA30-4518-B858-CDE171809046}" type="presParOf" srcId="{08A4A322-9082-4C07-982E-757139DFDFAE}" destId="{D3DA301A-0197-47B7-AC23-225A8E5827F2}" srcOrd="2" destOrd="0" presId="urn:microsoft.com/office/officeart/2005/8/layout/hProcess4"/>
    <dgm:cxn modelId="{5244524C-AAD1-498E-9AAB-DC5A02F6100C}" type="presParOf" srcId="{08A4A322-9082-4C07-982E-757139DFDFAE}" destId="{C75807D9-B63F-48C3-8DB5-4303F6D5F87A}" srcOrd="3" destOrd="0" presId="urn:microsoft.com/office/officeart/2005/8/layout/hProcess4"/>
    <dgm:cxn modelId="{DC4D402F-D8CC-4E93-8CED-C99F52513152}" type="presParOf" srcId="{08A4A322-9082-4C07-982E-757139DFDFAE}" destId="{8CF8A9A1-449F-4629-9694-EAE6DE8E0CF0}" srcOrd="4" destOrd="0" presId="urn:microsoft.com/office/officeart/2005/8/layout/hProcess4"/>
    <dgm:cxn modelId="{4DA96A7E-F921-42C1-9450-BF063F6F4B23}" type="presParOf" srcId="{6287D54D-842A-4067-A936-E45BF6B0EF37}" destId="{16517AD5-798A-4A18-859A-0BA3C9BB971C}" srcOrd="7" destOrd="0" presId="urn:microsoft.com/office/officeart/2005/8/layout/hProcess4"/>
    <dgm:cxn modelId="{195FD5D2-4975-4EB7-B8C3-6E135C476229}" type="presParOf" srcId="{6287D54D-842A-4067-A936-E45BF6B0EF37}" destId="{5435F4D0-37EB-4987-AAC2-01993532A68A}" srcOrd="8" destOrd="0" presId="urn:microsoft.com/office/officeart/2005/8/layout/hProcess4"/>
    <dgm:cxn modelId="{ED19A41D-9FC9-4753-AE94-A80B108F462A}" type="presParOf" srcId="{5435F4D0-37EB-4987-AAC2-01993532A68A}" destId="{12C3E440-7E5F-4E4D-A933-BB2824FA2E11}" srcOrd="0" destOrd="0" presId="urn:microsoft.com/office/officeart/2005/8/layout/hProcess4"/>
    <dgm:cxn modelId="{267793B2-7FBD-4605-AD66-5DB16A851436}" type="presParOf" srcId="{5435F4D0-37EB-4987-AAC2-01993532A68A}" destId="{CF2A25A8-3325-416F-BD27-D1382203F01B}" srcOrd="1" destOrd="0" presId="urn:microsoft.com/office/officeart/2005/8/layout/hProcess4"/>
    <dgm:cxn modelId="{DC81B2DD-53BA-46FC-AB1A-93949A2A4874}" type="presParOf" srcId="{5435F4D0-37EB-4987-AAC2-01993532A68A}" destId="{00BC8EDA-A021-4D8F-B9AD-002385C343AA}" srcOrd="2" destOrd="0" presId="urn:microsoft.com/office/officeart/2005/8/layout/hProcess4"/>
    <dgm:cxn modelId="{70E4E9B9-4432-4688-AE35-46043A0573CD}" type="presParOf" srcId="{5435F4D0-37EB-4987-AAC2-01993532A68A}" destId="{9074D203-9BFB-424D-8E54-77FB56E9B697}" srcOrd="3" destOrd="0" presId="urn:microsoft.com/office/officeart/2005/8/layout/hProcess4"/>
    <dgm:cxn modelId="{147750E5-2BB6-44E6-8322-97D9E1A6C5BC}" type="presParOf" srcId="{5435F4D0-37EB-4987-AAC2-01993532A68A}" destId="{29342501-1E11-4BF6-B624-F88D62D8BC6F}" srcOrd="4" destOrd="0" presId="urn:microsoft.com/office/officeart/2005/8/layout/hProcess4"/>
    <dgm:cxn modelId="{6BB5C8AA-4363-43A2-A844-8E04E7D51CA5}" type="presParOf" srcId="{6287D54D-842A-4067-A936-E45BF6B0EF37}" destId="{3E846FCC-D0C4-4C2E-B8A4-FD4D00A149D2}" srcOrd="9" destOrd="0" presId="urn:microsoft.com/office/officeart/2005/8/layout/hProcess4"/>
    <dgm:cxn modelId="{35F6E346-D88C-4C5A-9764-BF289CBE1E9D}" type="presParOf" srcId="{6287D54D-842A-4067-A936-E45BF6B0EF37}" destId="{E10283DD-22BD-472F-A2D9-BDE9F31A11B9}" srcOrd="10" destOrd="0" presId="urn:microsoft.com/office/officeart/2005/8/layout/hProcess4"/>
    <dgm:cxn modelId="{9F6164F7-C739-4A18-BA85-88D23EE47B96}" type="presParOf" srcId="{E10283DD-22BD-472F-A2D9-BDE9F31A11B9}" destId="{99C15536-2ADF-4EE4-8FB7-B9986EC4AADD}" srcOrd="0" destOrd="0" presId="urn:microsoft.com/office/officeart/2005/8/layout/hProcess4"/>
    <dgm:cxn modelId="{4BCF5689-1CA4-437F-87CF-8CD525F0FCE4}" type="presParOf" srcId="{E10283DD-22BD-472F-A2D9-BDE9F31A11B9}" destId="{FF59E380-8AC1-467D-B3D3-83C875E7AD14}" srcOrd="1" destOrd="0" presId="urn:microsoft.com/office/officeart/2005/8/layout/hProcess4"/>
    <dgm:cxn modelId="{46467E42-5BBB-4AB0-9866-E593B4DA4728}" type="presParOf" srcId="{E10283DD-22BD-472F-A2D9-BDE9F31A11B9}" destId="{438B241E-3369-4850-AC0A-4B18E914324D}" srcOrd="2" destOrd="0" presId="urn:microsoft.com/office/officeart/2005/8/layout/hProcess4"/>
    <dgm:cxn modelId="{82B1F93C-9CC1-4555-8E19-7B9C50C25287}" type="presParOf" srcId="{E10283DD-22BD-472F-A2D9-BDE9F31A11B9}" destId="{E3FB7E25-3C1F-4DBB-A569-8DDD6F680B72}" srcOrd="3" destOrd="0" presId="urn:microsoft.com/office/officeart/2005/8/layout/hProcess4"/>
    <dgm:cxn modelId="{A4E79F48-A507-4014-A426-AB8BD25E7EC4}" type="presParOf" srcId="{E10283DD-22BD-472F-A2D9-BDE9F31A11B9}" destId="{D0EBFE08-F80F-4D80-903E-C8BDAAF1D2BB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58B16F-649D-4161-8724-076A05C852E7}">
      <dsp:nvSpPr>
        <dsp:cNvPr id="0" name=""/>
        <dsp:cNvSpPr/>
      </dsp:nvSpPr>
      <dsp:spPr>
        <a:xfrm>
          <a:off x="0" y="60406"/>
          <a:ext cx="6666833" cy="83845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Fuente: Kaggle</a:t>
          </a:r>
          <a:endParaRPr lang="en-US" sz="2100" kern="1200"/>
        </a:p>
      </dsp:txBody>
      <dsp:txXfrm>
        <a:off x="40930" y="101336"/>
        <a:ext cx="6584973" cy="756591"/>
      </dsp:txXfrm>
    </dsp:sp>
    <dsp:sp modelId="{07C649D3-0E8E-4097-A04E-E0D2B28689D9}">
      <dsp:nvSpPr>
        <dsp:cNvPr id="0" name=""/>
        <dsp:cNvSpPr/>
      </dsp:nvSpPr>
      <dsp:spPr>
        <a:xfrm>
          <a:off x="0" y="959337"/>
          <a:ext cx="6666833" cy="838451"/>
        </a:xfrm>
        <a:prstGeom prst="roundRect">
          <a:avLst/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Tipo de datos : </a:t>
          </a:r>
          <a:r>
            <a:rPr lang="en-US" sz="2100" kern="1200"/>
            <a:t>registros sintéticos de estudiantes para análisis educativo</a:t>
          </a:r>
        </a:p>
      </dsp:txBody>
      <dsp:txXfrm>
        <a:off x="40930" y="1000267"/>
        <a:ext cx="6584973" cy="756591"/>
      </dsp:txXfrm>
    </dsp:sp>
    <dsp:sp modelId="{AA2377D5-173D-44A4-A22D-7717329EB19F}">
      <dsp:nvSpPr>
        <dsp:cNvPr id="0" name=""/>
        <dsp:cNvSpPr/>
      </dsp:nvSpPr>
      <dsp:spPr>
        <a:xfrm>
          <a:off x="0" y="1858268"/>
          <a:ext cx="6666833" cy="838451"/>
        </a:xfrm>
        <a:prstGeom prst="roundRect">
          <a:avLst/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Tamaño: 10,000 registros</a:t>
          </a:r>
        </a:p>
      </dsp:txBody>
      <dsp:txXfrm>
        <a:off x="40930" y="1899198"/>
        <a:ext cx="6584973" cy="756591"/>
      </dsp:txXfrm>
    </dsp:sp>
    <dsp:sp modelId="{30E0CBEC-3721-4A5E-BFF2-4114CD8F2029}">
      <dsp:nvSpPr>
        <dsp:cNvPr id="0" name=""/>
        <dsp:cNvSpPr/>
      </dsp:nvSpPr>
      <dsp:spPr>
        <a:xfrm>
          <a:off x="0" y="2757199"/>
          <a:ext cx="6666833" cy="838451"/>
        </a:xfrm>
        <a:prstGeom prst="roundRect">
          <a:avLst/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Variables totales: 14 columnas</a:t>
          </a:r>
        </a:p>
      </dsp:txBody>
      <dsp:txXfrm>
        <a:off x="40930" y="2798129"/>
        <a:ext cx="6584973" cy="756591"/>
      </dsp:txXfrm>
    </dsp:sp>
    <dsp:sp modelId="{C6E00D08-87EB-4ADF-8EB5-BD3F5341EA24}">
      <dsp:nvSpPr>
        <dsp:cNvPr id="0" name=""/>
        <dsp:cNvSpPr/>
      </dsp:nvSpPr>
      <dsp:spPr>
        <a:xfrm>
          <a:off x="0" y="3656131"/>
          <a:ext cx="6666833" cy="838451"/>
        </a:xfrm>
        <a:prstGeom prst="roundRect">
          <a:avLst/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Variable objetivo: grade con clases A, B, C, D, F</a:t>
          </a:r>
        </a:p>
      </dsp:txBody>
      <dsp:txXfrm>
        <a:off x="40930" y="3697061"/>
        <a:ext cx="6584973" cy="756591"/>
      </dsp:txXfrm>
    </dsp:sp>
    <dsp:sp modelId="{1677ED7A-EA9D-4AAC-9F4E-3D4EE6DDED0E}">
      <dsp:nvSpPr>
        <dsp:cNvPr id="0" name=""/>
        <dsp:cNvSpPr/>
      </dsp:nvSpPr>
      <dsp:spPr>
        <a:xfrm>
          <a:off x="0" y="4555062"/>
          <a:ext cx="6666833" cy="838451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 se encotraron valores nulos</a:t>
          </a:r>
        </a:p>
      </dsp:txBody>
      <dsp:txXfrm>
        <a:off x="40930" y="4595992"/>
        <a:ext cx="6584973" cy="7565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4106A-B388-4081-BAD0-8FAF298E6397}">
      <dsp:nvSpPr>
        <dsp:cNvPr id="0" name=""/>
        <dsp:cNvSpPr/>
      </dsp:nvSpPr>
      <dsp:spPr>
        <a:xfrm>
          <a:off x="0" y="525"/>
          <a:ext cx="67147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39D5E65-B9EA-40FE-89C8-32F0B7AA8147}">
      <dsp:nvSpPr>
        <dsp:cNvPr id="0" name=""/>
        <dsp:cNvSpPr/>
      </dsp:nvSpPr>
      <dsp:spPr>
        <a:xfrm>
          <a:off x="0" y="525"/>
          <a:ext cx="6714744" cy="61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Se buscó predecir la calificación final del estudiante a partir de variables académicas, conductuales y contextuales.</a:t>
          </a:r>
          <a:endParaRPr lang="en-US" sz="1700" kern="1200"/>
        </a:p>
      </dsp:txBody>
      <dsp:txXfrm>
        <a:off x="0" y="525"/>
        <a:ext cx="6714744" cy="614630"/>
      </dsp:txXfrm>
    </dsp:sp>
    <dsp:sp modelId="{2F5530F4-6CAE-429F-A7E7-2B4EA76E2499}">
      <dsp:nvSpPr>
        <dsp:cNvPr id="0" name=""/>
        <dsp:cNvSpPr/>
      </dsp:nvSpPr>
      <dsp:spPr>
        <a:xfrm>
          <a:off x="0" y="615155"/>
          <a:ext cx="6714744" cy="0"/>
        </a:xfrm>
        <a:prstGeom prst="line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AFBF946-47F6-4854-8752-7B43DEC0A245}">
      <dsp:nvSpPr>
        <dsp:cNvPr id="0" name=""/>
        <dsp:cNvSpPr/>
      </dsp:nvSpPr>
      <dsp:spPr>
        <a:xfrm>
          <a:off x="0" y="615155"/>
          <a:ext cx="6714744" cy="61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Tranformaciones aplicadas:</a:t>
          </a:r>
          <a:endParaRPr lang="en-US" sz="1700" kern="1200"/>
        </a:p>
      </dsp:txBody>
      <dsp:txXfrm>
        <a:off x="0" y="615155"/>
        <a:ext cx="6714744" cy="614630"/>
      </dsp:txXfrm>
    </dsp:sp>
    <dsp:sp modelId="{18A3EB18-F41C-428F-BC29-03E16C2CC3A6}">
      <dsp:nvSpPr>
        <dsp:cNvPr id="0" name=""/>
        <dsp:cNvSpPr/>
      </dsp:nvSpPr>
      <dsp:spPr>
        <a:xfrm>
          <a:off x="0" y="1229786"/>
          <a:ext cx="671474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F1D9E03-F5BF-48FA-8D4B-773C6071578C}">
      <dsp:nvSpPr>
        <dsp:cNvPr id="0" name=""/>
        <dsp:cNvSpPr/>
      </dsp:nvSpPr>
      <dsp:spPr>
        <a:xfrm>
          <a:off x="0" y="1229786"/>
          <a:ext cx="6714744" cy="61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OneHotEncoder, binarias (gender, internet_access, extra_classes)</a:t>
          </a:r>
          <a:endParaRPr lang="en-US" sz="1700" kern="1200"/>
        </a:p>
      </dsp:txBody>
      <dsp:txXfrm>
        <a:off x="0" y="1229786"/>
        <a:ext cx="6714744" cy="614630"/>
      </dsp:txXfrm>
    </dsp:sp>
    <dsp:sp modelId="{4BDFBA7E-024C-4583-B51B-0BCF3ACEDF0A}">
      <dsp:nvSpPr>
        <dsp:cNvPr id="0" name=""/>
        <dsp:cNvSpPr/>
      </dsp:nvSpPr>
      <dsp:spPr>
        <a:xfrm>
          <a:off x="0" y="1844417"/>
          <a:ext cx="671474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68FF6FD-77EA-4151-8EFF-AD7C3D574DF4}">
      <dsp:nvSpPr>
        <dsp:cNvPr id="0" name=""/>
        <dsp:cNvSpPr/>
      </dsp:nvSpPr>
      <dsp:spPr>
        <a:xfrm>
          <a:off x="0" y="1844417"/>
          <a:ext cx="6714744" cy="61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OrdinalEncoder, parent_education</a:t>
          </a:r>
          <a:endParaRPr lang="en-US" sz="1700" kern="1200"/>
        </a:p>
      </dsp:txBody>
      <dsp:txXfrm>
        <a:off x="0" y="1844417"/>
        <a:ext cx="6714744" cy="614630"/>
      </dsp:txXfrm>
    </dsp:sp>
    <dsp:sp modelId="{04509029-F1AD-49EB-9DFD-ED3E8DF6CF6D}">
      <dsp:nvSpPr>
        <dsp:cNvPr id="0" name=""/>
        <dsp:cNvSpPr/>
      </dsp:nvSpPr>
      <dsp:spPr>
        <a:xfrm>
          <a:off x="0" y="2459047"/>
          <a:ext cx="6714744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20410FC-8EC3-4766-BD02-FDFFE0822F50}">
      <dsp:nvSpPr>
        <dsp:cNvPr id="0" name=""/>
        <dsp:cNvSpPr/>
      </dsp:nvSpPr>
      <dsp:spPr>
        <a:xfrm>
          <a:off x="0" y="2459047"/>
          <a:ext cx="6714744" cy="61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Standard Scaler, variables numericas</a:t>
          </a:r>
          <a:endParaRPr lang="en-US" sz="1700" kern="1200"/>
        </a:p>
      </dsp:txBody>
      <dsp:txXfrm>
        <a:off x="0" y="2459047"/>
        <a:ext cx="6714744" cy="614630"/>
      </dsp:txXfrm>
    </dsp:sp>
    <dsp:sp modelId="{DC54E2C9-49D5-4F4A-86BA-B24A68A2A95E}">
      <dsp:nvSpPr>
        <dsp:cNvPr id="0" name=""/>
        <dsp:cNvSpPr/>
      </dsp:nvSpPr>
      <dsp:spPr>
        <a:xfrm>
          <a:off x="0" y="3073678"/>
          <a:ext cx="6714744" cy="0"/>
        </a:xfrm>
        <a:prstGeom prst="line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FE6B15-059F-4E71-A873-B11F578C785E}">
      <dsp:nvSpPr>
        <dsp:cNvPr id="0" name=""/>
        <dsp:cNvSpPr/>
      </dsp:nvSpPr>
      <dsp:spPr>
        <a:xfrm>
          <a:off x="0" y="3073678"/>
          <a:ext cx="6714744" cy="61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Eliminamos Student_id, no aporta valor predictivo</a:t>
          </a:r>
          <a:endParaRPr lang="en-US" sz="1700" kern="1200"/>
        </a:p>
      </dsp:txBody>
      <dsp:txXfrm>
        <a:off x="0" y="3073678"/>
        <a:ext cx="6714744" cy="614630"/>
      </dsp:txXfrm>
    </dsp:sp>
    <dsp:sp modelId="{4380E6FD-758D-4732-90DE-7B9832254D9A}">
      <dsp:nvSpPr>
        <dsp:cNvPr id="0" name=""/>
        <dsp:cNvSpPr/>
      </dsp:nvSpPr>
      <dsp:spPr>
        <a:xfrm>
          <a:off x="0" y="3688309"/>
          <a:ext cx="671474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5AF5647-681A-487E-8CE3-6135409919FD}">
      <dsp:nvSpPr>
        <dsp:cNvPr id="0" name=""/>
        <dsp:cNvSpPr/>
      </dsp:nvSpPr>
      <dsp:spPr>
        <a:xfrm>
          <a:off x="0" y="3688309"/>
          <a:ext cx="6714744" cy="61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Eliminamos overall_score, por data leakage</a:t>
          </a:r>
          <a:endParaRPr lang="en-US" sz="1700" kern="1200"/>
        </a:p>
      </dsp:txBody>
      <dsp:txXfrm>
        <a:off x="0" y="3688309"/>
        <a:ext cx="6714744" cy="6146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7E9D71-751A-48B3-B5D1-371720116DC2}">
      <dsp:nvSpPr>
        <dsp:cNvPr id="0" name=""/>
        <dsp:cNvSpPr/>
      </dsp:nvSpPr>
      <dsp:spPr>
        <a:xfrm>
          <a:off x="0" y="124970"/>
          <a:ext cx="10769009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 err="1"/>
            <a:t>Final_exam_score</a:t>
          </a:r>
          <a:r>
            <a:rPr lang="es-MX" sz="2800" kern="1200" dirty="0"/>
            <a:t>, </a:t>
          </a:r>
          <a:r>
            <a:rPr lang="es-MX" sz="2800" kern="1200" dirty="0" err="1"/>
            <a:t>midterm_score</a:t>
          </a:r>
          <a:r>
            <a:rPr lang="es-MX" sz="2800" kern="1200" dirty="0"/>
            <a:t> y </a:t>
          </a:r>
          <a:r>
            <a:rPr lang="es-MX" sz="2800" kern="1200" dirty="0" err="1"/>
            <a:t>assigment_score</a:t>
          </a:r>
          <a:r>
            <a:rPr lang="es-MX" sz="2800" kern="1200" dirty="0"/>
            <a:t> fueran las mayores variables con mayor predicción.</a:t>
          </a:r>
          <a:endParaRPr lang="en-US" sz="2800" kern="1200" dirty="0"/>
        </a:p>
      </dsp:txBody>
      <dsp:txXfrm>
        <a:off x="54373" y="179343"/>
        <a:ext cx="10660263" cy="1005094"/>
      </dsp:txXfrm>
    </dsp:sp>
    <dsp:sp modelId="{3D17C02E-CCB1-4B47-AA8E-C08D2CB535B4}">
      <dsp:nvSpPr>
        <dsp:cNvPr id="0" name=""/>
        <dsp:cNvSpPr/>
      </dsp:nvSpPr>
      <dsp:spPr>
        <a:xfrm>
          <a:off x="0" y="1319450"/>
          <a:ext cx="10769009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/>
            <a:t>Las contextuales internet_access, extra_classes y parent_education aportan información, menor es su peso individual</a:t>
          </a:r>
          <a:endParaRPr lang="en-US" sz="2800" kern="1200"/>
        </a:p>
      </dsp:txBody>
      <dsp:txXfrm>
        <a:off x="54373" y="1373823"/>
        <a:ext cx="10660263" cy="1005094"/>
      </dsp:txXfrm>
    </dsp:sp>
    <dsp:sp modelId="{673845F5-FB39-49A9-9F1B-91FBBE45BD1C}">
      <dsp:nvSpPr>
        <dsp:cNvPr id="0" name=""/>
        <dsp:cNvSpPr/>
      </dsp:nvSpPr>
      <dsp:spPr>
        <a:xfrm>
          <a:off x="0" y="2513929"/>
          <a:ext cx="10769009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Los modelos no lineales, el SVM y MLP, pudieran superar a la regresión logística en F1-score macro.</a:t>
          </a:r>
          <a:endParaRPr lang="en-US" sz="2800" kern="1200"/>
        </a:p>
      </dsp:txBody>
      <dsp:txXfrm>
        <a:off x="54373" y="2568302"/>
        <a:ext cx="10660263" cy="10050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44AD03-40BA-4433-A47F-50FB01919565}">
      <dsp:nvSpPr>
        <dsp:cNvPr id="0" name=""/>
        <dsp:cNvSpPr/>
      </dsp:nvSpPr>
      <dsp:spPr>
        <a:xfrm>
          <a:off x="0" y="1551"/>
          <a:ext cx="1141900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AD0A2-99EF-40F9-A8CB-D80D0545C224}">
      <dsp:nvSpPr>
        <dsp:cNvPr id="0" name=""/>
        <dsp:cNvSpPr/>
      </dsp:nvSpPr>
      <dsp:spPr>
        <a:xfrm>
          <a:off x="0" y="1551"/>
          <a:ext cx="2283800" cy="31737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 implementaron </a:t>
          </a:r>
          <a:r>
            <a:rPr lang="en-US" sz="2400" kern="1200" dirty="0" err="1"/>
            <a:t>tres</a:t>
          </a:r>
          <a:r>
            <a:rPr lang="en-US" sz="2400" kern="1200" dirty="0"/>
            <a:t> </a:t>
          </a:r>
          <a:r>
            <a:rPr lang="en-US" sz="2400" kern="1200" dirty="0" err="1"/>
            <a:t>modelos</a:t>
          </a:r>
          <a:r>
            <a:rPr lang="en-US" sz="2400" kern="1200" dirty="0"/>
            <a:t> de </a:t>
          </a:r>
          <a:r>
            <a:rPr lang="en-US" sz="2400" kern="1200" dirty="0" err="1"/>
            <a:t>clasificación</a:t>
          </a:r>
          <a:r>
            <a:rPr lang="en-US" sz="2400" kern="1200" dirty="0"/>
            <a:t> para </a:t>
          </a:r>
          <a:r>
            <a:rPr lang="en-US" sz="2400" kern="1200" dirty="0" err="1"/>
            <a:t>predecir</a:t>
          </a:r>
          <a:r>
            <a:rPr lang="en-US" sz="2400" kern="1200" dirty="0"/>
            <a:t> la </a:t>
          </a:r>
          <a:r>
            <a:rPr lang="en-US" sz="2400" kern="1200" dirty="0" err="1"/>
            <a:t>calificación</a:t>
          </a:r>
          <a:r>
            <a:rPr lang="en-US" sz="2400" kern="1200" dirty="0"/>
            <a:t> final:</a:t>
          </a:r>
          <a:endParaRPr lang="es-MX" sz="2400" kern="1200" dirty="0"/>
        </a:p>
      </dsp:txBody>
      <dsp:txXfrm>
        <a:off x="0" y="1551"/>
        <a:ext cx="2283800" cy="3173729"/>
      </dsp:txXfrm>
    </dsp:sp>
    <dsp:sp modelId="{B33A7D38-FD42-4EEB-B187-33E9179307A0}">
      <dsp:nvSpPr>
        <dsp:cNvPr id="0" name=""/>
        <dsp:cNvSpPr/>
      </dsp:nvSpPr>
      <dsp:spPr>
        <a:xfrm>
          <a:off x="2455085" y="51140"/>
          <a:ext cx="8963917" cy="991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Regresión Logística</a:t>
          </a:r>
          <a:br>
            <a:rPr lang="es-MX" sz="2100" kern="1200" dirty="0"/>
          </a:br>
          <a:r>
            <a:rPr lang="es-MX" sz="2100" kern="1200" dirty="0"/>
            <a:t>Modelo lineal base para clasificación multiclase.</a:t>
          </a:r>
        </a:p>
      </dsp:txBody>
      <dsp:txXfrm>
        <a:off x="2455085" y="51140"/>
        <a:ext cx="8963917" cy="991790"/>
      </dsp:txXfrm>
    </dsp:sp>
    <dsp:sp modelId="{D1F230D7-30EB-4D68-B84A-141887987130}">
      <dsp:nvSpPr>
        <dsp:cNvPr id="0" name=""/>
        <dsp:cNvSpPr/>
      </dsp:nvSpPr>
      <dsp:spPr>
        <a:xfrm>
          <a:off x="2283800" y="1042931"/>
          <a:ext cx="913520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58509-E934-4603-AB6F-567D183D506C}">
      <dsp:nvSpPr>
        <dsp:cNvPr id="0" name=""/>
        <dsp:cNvSpPr/>
      </dsp:nvSpPr>
      <dsp:spPr>
        <a:xfrm>
          <a:off x="2455085" y="1092520"/>
          <a:ext cx="8963917" cy="991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SVM con </a:t>
          </a:r>
          <a:r>
            <a:rPr lang="es-MX" sz="2100" kern="1200" dirty="0" err="1"/>
            <a:t>kernel</a:t>
          </a:r>
          <a:r>
            <a:rPr lang="es-MX" sz="2100" kern="1200" dirty="0"/>
            <a:t> RBF</a:t>
          </a:r>
          <a:br>
            <a:rPr lang="es-MX" sz="2100" kern="1200" dirty="0"/>
          </a:br>
          <a:r>
            <a:rPr lang="es-MX" sz="2100" kern="1200" dirty="0"/>
            <a:t>Modelo no lineal que permite capturar relaciones complejas entre variables.</a:t>
          </a:r>
        </a:p>
      </dsp:txBody>
      <dsp:txXfrm>
        <a:off x="2455085" y="1092520"/>
        <a:ext cx="8963917" cy="991790"/>
      </dsp:txXfrm>
    </dsp:sp>
    <dsp:sp modelId="{DC956D63-4295-4CBA-A011-8F5BAD62B380}">
      <dsp:nvSpPr>
        <dsp:cNvPr id="0" name=""/>
        <dsp:cNvSpPr/>
      </dsp:nvSpPr>
      <dsp:spPr>
        <a:xfrm>
          <a:off x="2283800" y="2084311"/>
          <a:ext cx="913520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B8238E-704D-4764-B2B9-1DA91B1EA05C}">
      <dsp:nvSpPr>
        <dsp:cNvPr id="0" name=""/>
        <dsp:cNvSpPr/>
      </dsp:nvSpPr>
      <dsp:spPr>
        <a:xfrm>
          <a:off x="2455085" y="2133900"/>
          <a:ext cx="8963917" cy="991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MLP (Multi-</a:t>
          </a:r>
          <a:r>
            <a:rPr lang="es-MX" sz="2100" kern="1200" dirty="0" err="1"/>
            <a:t>Layer</a:t>
          </a:r>
          <a:r>
            <a:rPr lang="es-MX" sz="2100" kern="1200" dirty="0"/>
            <a:t> </a:t>
          </a:r>
          <a:r>
            <a:rPr lang="es-MX" sz="2100" kern="1200" dirty="0" err="1"/>
            <a:t>Perceptron</a:t>
          </a:r>
          <a:r>
            <a:rPr lang="es-MX" sz="2100" kern="1200" dirty="0"/>
            <a:t>)</a:t>
          </a:r>
          <a:br>
            <a:rPr lang="es-MX" sz="2100" kern="1200" dirty="0"/>
          </a:br>
          <a:r>
            <a:rPr lang="es-MX" sz="2100" kern="1200" dirty="0"/>
            <a:t>Red neuronal capaz de aprender patrones no lineales en los datos.</a:t>
          </a:r>
        </a:p>
      </dsp:txBody>
      <dsp:txXfrm>
        <a:off x="2455085" y="2133900"/>
        <a:ext cx="8963917" cy="991790"/>
      </dsp:txXfrm>
    </dsp:sp>
    <dsp:sp modelId="{47AB6F27-00D5-41F6-9390-64F039B1CFE8}">
      <dsp:nvSpPr>
        <dsp:cNvPr id="0" name=""/>
        <dsp:cNvSpPr/>
      </dsp:nvSpPr>
      <dsp:spPr>
        <a:xfrm>
          <a:off x="2283800" y="3125691"/>
          <a:ext cx="913520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7D50CF-6486-4ECE-B8BE-C8038408DB51}">
      <dsp:nvSpPr>
        <dsp:cNvPr id="0" name=""/>
        <dsp:cNvSpPr/>
      </dsp:nvSpPr>
      <dsp:spPr>
        <a:xfrm>
          <a:off x="1138" y="1611397"/>
          <a:ext cx="1368278" cy="11285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MX" sz="1100" kern="1200"/>
            <a:t>Carga del dataset y selección de variables</a:t>
          </a:r>
          <a:endParaRPr lang="es-MX" sz="1100" kern="1200" dirty="0"/>
        </a:p>
      </dsp:txBody>
      <dsp:txXfrm>
        <a:off x="27109" y="1637368"/>
        <a:ext cx="1316336" cy="834770"/>
      </dsp:txXfrm>
    </dsp:sp>
    <dsp:sp modelId="{443045CC-F915-43B3-8BAD-DF1E5DCEF835}">
      <dsp:nvSpPr>
        <dsp:cNvPr id="0" name=""/>
        <dsp:cNvSpPr/>
      </dsp:nvSpPr>
      <dsp:spPr>
        <a:xfrm>
          <a:off x="754454" y="1824080"/>
          <a:ext cx="1591834" cy="1591834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64A064-8E4C-4760-A7BE-301691E15E95}">
      <dsp:nvSpPr>
        <dsp:cNvPr id="0" name=""/>
        <dsp:cNvSpPr/>
      </dsp:nvSpPr>
      <dsp:spPr>
        <a:xfrm>
          <a:off x="305200" y="2498109"/>
          <a:ext cx="1216247" cy="4836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Datos</a:t>
          </a:r>
          <a:endParaRPr lang="es-MX" sz="1100" kern="1200" dirty="0"/>
        </a:p>
      </dsp:txBody>
      <dsp:txXfrm>
        <a:off x="319366" y="2512275"/>
        <a:ext cx="1187915" cy="455329"/>
      </dsp:txXfrm>
    </dsp:sp>
    <dsp:sp modelId="{51F79202-4A39-491B-A9D9-B859F3C5D395}">
      <dsp:nvSpPr>
        <dsp:cNvPr id="0" name=""/>
        <dsp:cNvSpPr/>
      </dsp:nvSpPr>
      <dsp:spPr>
        <a:xfrm>
          <a:off x="1799741" y="1611397"/>
          <a:ext cx="1368278" cy="11285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MX" sz="1100" kern="1200"/>
            <a:t>Limpieza y eliminación de variables irrelevantes</a:t>
          </a:r>
          <a:endParaRPr lang="es-MX" sz="1100" kern="1200" dirty="0"/>
        </a:p>
      </dsp:txBody>
      <dsp:txXfrm>
        <a:off x="1825712" y="1879199"/>
        <a:ext cx="1316336" cy="834770"/>
      </dsp:txXfrm>
    </dsp:sp>
    <dsp:sp modelId="{F4127FAF-FCDE-4F0A-833F-EB927189D592}">
      <dsp:nvSpPr>
        <dsp:cNvPr id="0" name=""/>
        <dsp:cNvSpPr/>
      </dsp:nvSpPr>
      <dsp:spPr>
        <a:xfrm>
          <a:off x="2541655" y="891174"/>
          <a:ext cx="1766669" cy="1766669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BE5B6-0653-48BD-898B-97F425CB3715}">
      <dsp:nvSpPr>
        <dsp:cNvPr id="0" name=""/>
        <dsp:cNvSpPr/>
      </dsp:nvSpPr>
      <dsp:spPr>
        <a:xfrm>
          <a:off x="2103803" y="1369566"/>
          <a:ext cx="1216247" cy="4836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Preprocesamiento</a:t>
          </a:r>
          <a:endParaRPr lang="es-MX" sz="1100" kern="1200" dirty="0"/>
        </a:p>
      </dsp:txBody>
      <dsp:txXfrm>
        <a:off x="2117969" y="1383732"/>
        <a:ext cx="1187915" cy="455329"/>
      </dsp:txXfrm>
    </dsp:sp>
    <dsp:sp modelId="{8FC5AFAF-65CA-432E-A39A-9B86556808C9}">
      <dsp:nvSpPr>
        <dsp:cNvPr id="0" name=""/>
        <dsp:cNvSpPr/>
      </dsp:nvSpPr>
      <dsp:spPr>
        <a:xfrm>
          <a:off x="3598344" y="1611397"/>
          <a:ext cx="1368278" cy="11285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MX" sz="1100" kern="1200"/>
            <a:t>Codificación y escalamiento de datos</a:t>
          </a:r>
          <a:br>
            <a:rPr lang="es-MX" sz="1100" kern="1200"/>
          </a:br>
          <a:r>
            <a:rPr lang="es-MX" sz="1100" kern="1200"/>
            <a:t>(OneHot, Ordinal, StandardScaler)</a:t>
          </a:r>
        </a:p>
      </dsp:txBody>
      <dsp:txXfrm>
        <a:off x="3624315" y="1637368"/>
        <a:ext cx="1316336" cy="834770"/>
      </dsp:txXfrm>
    </dsp:sp>
    <dsp:sp modelId="{7FAA7822-D56D-43A3-A650-C2192E7F3075}">
      <dsp:nvSpPr>
        <dsp:cNvPr id="0" name=""/>
        <dsp:cNvSpPr/>
      </dsp:nvSpPr>
      <dsp:spPr>
        <a:xfrm>
          <a:off x="4351660" y="1824080"/>
          <a:ext cx="1591834" cy="1591834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DB680-28C1-4357-BCF6-21267338FAA2}">
      <dsp:nvSpPr>
        <dsp:cNvPr id="0" name=""/>
        <dsp:cNvSpPr/>
      </dsp:nvSpPr>
      <dsp:spPr>
        <a:xfrm>
          <a:off x="3902405" y="2498109"/>
          <a:ext cx="1216247" cy="4836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Transformaciones</a:t>
          </a:r>
          <a:endParaRPr lang="es-MX" sz="1100" kern="1200" dirty="0"/>
        </a:p>
      </dsp:txBody>
      <dsp:txXfrm>
        <a:off x="3916571" y="2512275"/>
        <a:ext cx="1187915" cy="455329"/>
      </dsp:txXfrm>
    </dsp:sp>
    <dsp:sp modelId="{26DFB254-FF23-4F60-B3AC-DCB38A20CE21}">
      <dsp:nvSpPr>
        <dsp:cNvPr id="0" name=""/>
        <dsp:cNvSpPr/>
      </dsp:nvSpPr>
      <dsp:spPr>
        <a:xfrm>
          <a:off x="5396946" y="1611397"/>
          <a:ext cx="1368278" cy="11285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MX" sz="1100" kern="1200"/>
            <a:t>División 80/20 con stratify</a:t>
          </a:r>
        </a:p>
      </dsp:txBody>
      <dsp:txXfrm>
        <a:off x="5422917" y="1879199"/>
        <a:ext cx="1316336" cy="834770"/>
      </dsp:txXfrm>
    </dsp:sp>
    <dsp:sp modelId="{16517AD5-798A-4A18-859A-0BA3C9BB971C}">
      <dsp:nvSpPr>
        <dsp:cNvPr id="0" name=""/>
        <dsp:cNvSpPr/>
      </dsp:nvSpPr>
      <dsp:spPr>
        <a:xfrm>
          <a:off x="6138860" y="891174"/>
          <a:ext cx="1766669" cy="1766669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5807D9-B63F-48C3-8DB5-4303F6D5F87A}">
      <dsp:nvSpPr>
        <dsp:cNvPr id="0" name=""/>
        <dsp:cNvSpPr/>
      </dsp:nvSpPr>
      <dsp:spPr>
        <a:xfrm>
          <a:off x="5701008" y="1369566"/>
          <a:ext cx="1216247" cy="4836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Train/Test Split</a:t>
          </a:r>
          <a:endParaRPr lang="es-MX" sz="1100" kern="1200" dirty="0"/>
        </a:p>
      </dsp:txBody>
      <dsp:txXfrm>
        <a:off x="5715174" y="1383732"/>
        <a:ext cx="1187915" cy="455329"/>
      </dsp:txXfrm>
    </dsp:sp>
    <dsp:sp modelId="{CF2A25A8-3325-416F-BD27-D1382203F01B}">
      <dsp:nvSpPr>
        <dsp:cNvPr id="0" name=""/>
        <dsp:cNvSpPr/>
      </dsp:nvSpPr>
      <dsp:spPr>
        <a:xfrm>
          <a:off x="7195549" y="1611397"/>
          <a:ext cx="1368278" cy="11285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MX" sz="1100" kern="1200"/>
            <a:t>LogReg, SVM (RBF) y MLP optimizados</a:t>
          </a:r>
        </a:p>
      </dsp:txBody>
      <dsp:txXfrm>
        <a:off x="7221520" y="1637368"/>
        <a:ext cx="1316336" cy="834770"/>
      </dsp:txXfrm>
    </dsp:sp>
    <dsp:sp modelId="{3E846FCC-D0C4-4C2E-B8A4-FD4D00A149D2}">
      <dsp:nvSpPr>
        <dsp:cNvPr id="0" name=""/>
        <dsp:cNvSpPr/>
      </dsp:nvSpPr>
      <dsp:spPr>
        <a:xfrm>
          <a:off x="7948866" y="1824080"/>
          <a:ext cx="1591834" cy="1591834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74D203-9BFB-424D-8E54-77FB56E9B697}">
      <dsp:nvSpPr>
        <dsp:cNvPr id="0" name=""/>
        <dsp:cNvSpPr/>
      </dsp:nvSpPr>
      <dsp:spPr>
        <a:xfrm>
          <a:off x="7499611" y="2498109"/>
          <a:ext cx="1216247" cy="4836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Modelos</a:t>
          </a:r>
          <a:endParaRPr lang="es-MX" sz="1100" kern="1200" dirty="0"/>
        </a:p>
      </dsp:txBody>
      <dsp:txXfrm>
        <a:off x="7513777" y="2512275"/>
        <a:ext cx="1187915" cy="455329"/>
      </dsp:txXfrm>
    </dsp:sp>
    <dsp:sp modelId="{FF59E380-8AC1-467D-B3D3-83C875E7AD14}">
      <dsp:nvSpPr>
        <dsp:cNvPr id="0" name=""/>
        <dsp:cNvSpPr/>
      </dsp:nvSpPr>
      <dsp:spPr>
        <a:xfrm>
          <a:off x="8994152" y="1611397"/>
          <a:ext cx="1368278" cy="11285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MX" sz="1100" kern="1200"/>
            <a:t>F1-score macro, accuracy y AUC</a:t>
          </a:r>
        </a:p>
      </dsp:txBody>
      <dsp:txXfrm>
        <a:off x="9020123" y="1879199"/>
        <a:ext cx="1316336" cy="834770"/>
      </dsp:txXfrm>
    </dsp:sp>
    <dsp:sp modelId="{E3FB7E25-3C1F-4DBB-A569-8DDD6F680B72}">
      <dsp:nvSpPr>
        <dsp:cNvPr id="0" name=""/>
        <dsp:cNvSpPr/>
      </dsp:nvSpPr>
      <dsp:spPr>
        <a:xfrm>
          <a:off x="9298214" y="1369566"/>
          <a:ext cx="1216247" cy="4836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Evaluación</a:t>
          </a:r>
          <a:endParaRPr lang="es-MX" sz="1100" kern="1200" dirty="0"/>
        </a:p>
      </dsp:txBody>
      <dsp:txXfrm>
        <a:off x="9312380" y="1383732"/>
        <a:ext cx="1187915" cy="4553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DD988-E58B-4D7A-8C3B-91E5CCF75335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8FCB87-9A5D-42DC-A0CB-CC553947CC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216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41D55-285E-43D7-E56D-CD6E3E0ED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CDFA25-AF78-EA8F-CF05-DCE20BB79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89E99F-E0C7-CB01-35A0-69F5A4801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FCBEB-301A-410D-B6BE-FD341D9819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C65070-C3C3-523B-36B9-4C87EF164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9FC5A6-BB02-6D11-0336-E047A975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5C97-293D-4457-ADED-50C51216D7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40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86196-2D01-2D6A-084A-6FA3FC20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42E854-460C-23BD-657A-950629EBA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00573B-8451-E0D0-A574-56B50543D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FCBEB-301A-410D-B6BE-FD341D9819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5C083C-AA6B-387B-D6FD-F2677AC41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45970E-ACBE-22A9-8E2F-FC81B5C3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5C97-293D-4457-ADED-50C51216D7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9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AFEC1-065A-EFB5-FED7-BD55BC311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A98750-E74C-FCCF-3E0F-E1176BBCB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EA61CE-20A2-587F-A12B-47232C8E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FCBEB-301A-410D-B6BE-FD341D9819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A88E4A-E182-ABF2-C271-15AE2531E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8FC4AA-8F44-9358-3B3A-E755002B7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5C97-293D-4457-ADED-50C51216D7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05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944F8-63C3-FAC7-67CA-C6F3B68CF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6F8DB-E467-267B-E5EE-E9E517FAA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DFFC18-C1E5-0FC5-F578-0BC41C63D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22B967-2638-7F59-F5C4-CCC58D4AC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FCBEB-301A-410D-B6BE-FD341D9819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04FAE2-549E-4B0E-6A39-3B0A9EE9B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FAB6ED-9453-38BA-B52F-D708B9846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5C97-293D-4457-ADED-50C51216D7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F9ACD-9DF9-3876-81EA-7C4961880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064B03-DF57-08B4-BCD8-AE62B0161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F5CD63-C0DA-89D9-47E5-14C08CF3B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75E28A0-24D2-253E-17F0-421F30B976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F622E4-1066-346E-BBC5-0E421CE2B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699B063-9570-7F88-2E7D-633459B0D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FCBEB-301A-410D-B6BE-FD341D9819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A6CF6AA-9460-2DD9-C62E-1C0773A49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E259E7E-8969-798C-EB36-F58840E7C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5C97-293D-4457-ADED-50C51216D7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6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2F1E3-9416-7932-A315-9FC5A8F98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C4E8CE-E054-3399-4B77-91C448562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FCBEB-301A-410D-B6BE-FD341D9819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65DBC8-EE2A-B8AC-CAA3-5E31D5677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720BE0-F9A1-058E-04B4-F830D27C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5C97-293D-4457-ADED-50C51216D7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99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079360-DAFF-E0A8-EEE2-29B7C0AA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FCBEB-301A-410D-B6BE-FD341D9819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80961E1-0A2C-34D4-B4EC-493248696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BF1F78-D0FC-AADD-A760-ADF96B05B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5C97-293D-4457-ADED-50C51216D7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75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C48D6-0535-199C-9610-90584BBDA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C04A69-2463-C67F-112D-F11EC1A23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220BB0-C3B7-616A-14CA-33A6765CC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DC4389-FFA4-E787-1DFD-8742B320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FCBEB-301A-410D-B6BE-FD341D9819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152DEC-2950-FE9C-E1E8-55DD3D81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6CBC97-C91C-0481-8028-27251E51C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5C97-293D-4457-ADED-50C51216D7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62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54F81-B6E2-D4FF-0957-94AC4F35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48FB1E8-FF46-1ADA-8F0F-A0C47B43A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5A2D43-C5EF-82A2-7518-72DBAF6DB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F71E56-5CBF-26C8-DF15-88E352E2B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FCBEB-301A-410D-B6BE-FD341D9819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2E02FC-33BC-A24F-2A62-9B3DC5633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7EBDB6-FC7D-A09B-2D50-F4397D1DA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5C97-293D-4457-ADED-50C51216D7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5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6CF20-5A47-111A-76DD-3E495BED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26E15FE-1ADD-237E-EE38-2266482E9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6F68C7-18DF-BC2B-AEC8-BE0B7E192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FCBEB-301A-410D-B6BE-FD341D9819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A353FC-CBC4-9EB2-A41F-5C8E5336F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775132-F1B6-6E11-30CF-4F2C44573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5C97-293D-4457-ADED-50C51216D7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0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B7598E-8E6B-0D6F-84B2-924113EBD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D73216-5D2A-115D-2243-10BA5FB0E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618013-62B7-8026-A2B2-6904D0A56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FCBEB-301A-410D-B6BE-FD341D9819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CF70B3-23E7-1F81-BB4E-374C6DB7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B00AE5-EA14-6376-C0C2-501E0DD6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75C97-293D-4457-ADED-50C51216D7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9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35C7C9-3D03-7187-02C6-4A43DCDDA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D35C73-4697-5A8A-1712-392626380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62F1A0-18A4-8DCD-2118-70BB05AF0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FCBEB-301A-410D-B6BE-FD341D9819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7CA8D2-3BD3-9F00-51DA-C8359A31A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BE3533-41AA-55E7-A443-DBA9C16B3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75C97-293D-4457-ADED-50C51216D7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3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upa resalta un rendimiento económico decreciente">
            <a:extLst>
              <a:ext uri="{FF2B5EF4-FFF2-40B4-BE49-F238E27FC236}">
                <a16:creationId xmlns:a16="http://schemas.microsoft.com/office/drawing/2014/main" id="{07A70561-7C7B-3A0D-1EB8-47CCA8EA77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9019" b="671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AA02B0-17E7-6F67-C368-6A7ACE767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s-ES" sz="4000">
                <a:solidFill>
                  <a:srgbClr val="FFFFFF"/>
                </a:solidFill>
              </a:rPr>
              <a:t>Predicción de Rendimiento Académico Estudiantil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23B412-D313-D5B6-1B6A-7BDBCA60B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anchor="b">
            <a:normAutofit/>
          </a:bodyPr>
          <a:lstStyle/>
          <a:p>
            <a:pPr algn="l"/>
            <a:r>
              <a:rPr lang="es-ES" sz="1800" b="1">
                <a:solidFill>
                  <a:srgbClr val="FFFFFF"/>
                </a:solidFill>
              </a:rPr>
              <a:t>Clasificación con Regresión Logística, SVM y MLP</a:t>
            </a:r>
          </a:p>
          <a:p>
            <a:pPr algn="l"/>
            <a:r>
              <a:rPr lang="es-ES" sz="1800" b="1">
                <a:solidFill>
                  <a:srgbClr val="FFFFFF"/>
                </a:solidFill>
              </a:rPr>
              <a:t>Jorge Oviedo</a:t>
            </a:r>
          </a:p>
          <a:p>
            <a:pPr algn="l"/>
            <a:r>
              <a:rPr lang="es-ES" sz="1800" b="1">
                <a:solidFill>
                  <a:srgbClr val="FFFFFF"/>
                </a:solidFill>
              </a:rPr>
              <a:t>Louis Leone Blancas</a:t>
            </a:r>
          </a:p>
          <a:p>
            <a:pPr algn="l"/>
            <a:r>
              <a:rPr lang="es-ES" sz="1800" b="1">
                <a:solidFill>
                  <a:srgbClr val="FFFFFF"/>
                </a:solidFill>
              </a:rPr>
              <a:t>Emilio Navarro</a:t>
            </a:r>
            <a:endParaRPr lang="en-US" sz="1800" b="1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536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AC5139-85CC-74FE-8927-41645E6B4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64214"/>
            <a:ext cx="4977976" cy="665627"/>
          </a:xfrm>
        </p:spPr>
        <p:txBody>
          <a:bodyPr>
            <a:normAutofit/>
          </a:bodyPr>
          <a:lstStyle/>
          <a:p>
            <a:r>
              <a:rPr lang="es-MX" sz="3600">
                <a:solidFill>
                  <a:schemeClr val="tx2"/>
                </a:solidFill>
              </a:rPr>
              <a:t>Objetivos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F345D3-856D-6A44-7E2E-4BECB1332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1847274"/>
            <a:ext cx="4977578" cy="4213698"/>
          </a:xfrm>
        </p:spPr>
        <p:txBody>
          <a:bodyPr anchor="ctr">
            <a:normAutofit fontScale="92500" lnSpcReduction="10000"/>
          </a:bodyPr>
          <a:lstStyle/>
          <a:p>
            <a:r>
              <a:rPr lang="es-MX" sz="1800">
                <a:solidFill>
                  <a:schemeClr val="tx2"/>
                </a:solidFill>
              </a:rPr>
              <a:t>Objetivo general:</a:t>
            </a:r>
          </a:p>
          <a:p>
            <a:pPr marL="0" indent="0">
              <a:buNone/>
            </a:pPr>
            <a:r>
              <a:rPr lang="es-ES" sz="1800">
                <a:solidFill>
                  <a:schemeClr val="tx2"/>
                </a:solidFill>
              </a:rPr>
              <a:t>Desarrollar y comparar modelos de clasificación para predecir el rendimiento académico de estudiantes, identificando las variables con mayor influencia en la calificación final.</a:t>
            </a:r>
          </a:p>
          <a:p>
            <a:pPr marL="0" indent="0">
              <a:buNone/>
            </a:pPr>
            <a:endParaRPr lang="es-MX" sz="1800">
              <a:solidFill>
                <a:schemeClr val="tx2"/>
              </a:solidFill>
            </a:endParaRPr>
          </a:p>
          <a:p>
            <a:r>
              <a:rPr lang="es-MX" sz="1800">
                <a:solidFill>
                  <a:schemeClr val="tx2"/>
                </a:solidFill>
              </a:rPr>
              <a:t>Objetivos especificos:</a:t>
            </a:r>
          </a:p>
          <a:p>
            <a:pPr marL="0" indent="0">
              <a:buNone/>
            </a:pPr>
            <a:r>
              <a:rPr lang="es-ES" sz="1800">
                <a:solidFill>
                  <a:schemeClr val="tx2"/>
                </a:solidFill>
              </a:rPr>
              <a:t>Analizar y preprocesar el </a:t>
            </a:r>
            <a:r>
              <a:rPr lang="es-ES" sz="1800" err="1">
                <a:solidFill>
                  <a:schemeClr val="tx2"/>
                </a:solidFill>
              </a:rPr>
              <a:t>dataset</a:t>
            </a:r>
            <a:r>
              <a:rPr lang="es-ES" sz="1800">
                <a:solidFill>
                  <a:schemeClr val="tx2"/>
                </a:solidFill>
              </a:rPr>
              <a:t> de rendimiento estudiantil.</a:t>
            </a:r>
          </a:p>
          <a:p>
            <a:pPr marL="0" indent="0">
              <a:buNone/>
            </a:pPr>
            <a:r>
              <a:rPr lang="es-ES" sz="1800">
                <a:solidFill>
                  <a:schemeClr val="tx2"/>
                </a:solidFill>
              </a:rPr>
              <a:t>Implementar tres modelos de clasificación: Regresión Logística, SVM con </a:t>
            </a:r>
            <a:r>
              <a:rPr lang="es-ES" sz="1800" err="1">
                <a:solidFill>
                  <a:schemeClr val="tx2"/>
                </a:solidFill>
              </a:rPr>
              <a:t>kernel</a:t>
            </a:r>
            <a:r>
              <a:rPr lang="es-ES" sz="1800">
                <a:solidFill>
                  <a:schemeClr val="tx2"/>
                </a:solidFill>
              </a:rPr>
              <a:t> RBF y MLP.</a:t>
            </a:r>
          </a:p>
          <a:p>
            <a:pPr marL="0" indent="0">
              <a:buNone/>
            </a:pPr>
            <a:r>
              <a:rPr lang="es-ES" sz="1800"/>
              <a:t>Optimizar </a:t>
            </a:r>
            <a:r>
              <a:rPr lang="es-ES" sz="1800" err="1"/>
              <a:t>hiperparámetros</a:t>
            </a:r>
            <a:r>
              <a:rPr lang="es-ES" sz="1800"/>
              <a:t> y evaluar el desempeño con métricas de clasificación</a:t>
            </a:r>
          </a:p>
          <a:p>
            <a:pPr marL="0" indent="0">
              <a:buNone/>
            </a:pPr>
            <a:r>
              <a:rPr lang="es-ES" sz="1800"/>
              <a:t>Determinar qué modelo ofrece el mejor balance entre capacidad predictiva y costo computacional.</a:t>
            </a:r>
            <a:endParaRPr lang="es-E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s-E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Diana">
            <a:extLst>
              <a:ext uri="{FF2B5EF4-FFF2-40B4-BE49-F238E27FC236}">
                <a16:creationId xmlns:a16="http://schemas.microsoft.com/office/drawing/2014/main" id="{B438AFE7-AD38-77D6-8153-30616B5A24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75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836B82-444F-800C-22DC-12ADC2093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Marco Teorico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0997B4-B47B-A0F5-A70F-F64399B9D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7456"/>
            <a:ext cx="5097780" cy="37957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err="1"/>
              <a:t>Regresion</a:t>
            </a:r>
            <a:r>
              <a:rPr lang="en-US" sz="2400"/>
              <a:t> Logistica</a:t>
            </a:r>
          </a:p>
          <a:p>
            <a:r>
              <a:rPr lang="en-US" sz="2400"/>
              <a:t>SVM con kernel RBF</a:t>
            </a:r>
          </a:p>
          <a:p>
            <a:r>
              <a:rPr lang="en-US" sz="2400"/>
              <a:t>MLP</a:t>
            </a:r>
          </a:p>
          <a:p>
            <a:endParaRPr lang="en-US" sz="240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AA3BB9A-FA51-17F1-E42E-A9BDD2CF0F33}"/>
              </a:ext>
            </a:extLst>
          </p:cNvPr>
          <p:cNvSpPr txBox="1"/>
          <p:nvPr/>
        </p:nvSpPr>
        <p:spPr>
          <a:xfrm>
            <a:off x="6256020" y="2177456"/>
            <a:ext cx="5097780" cy="3795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err="1"/>
              <a:t>Metrica</a:t>
            </a:r>
            <a:r>
              <a:rPr lang="en-US" sz="2400"/>
              <a:t> principal: F1-score macro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err="1"/>
              <a:t>Optimizacion</a:t>
            </a:r>
            <a:r>
              <a:rPr lang="en-US" sz="2400"/>
              <a:t>: </a:t>
            </a:r>
            <a:r>
              <a:rPr lang="en-US" sz="2400" err="1"/>
              <a:t>búsqueda</a:t>
            </a:r>
            <a:r>
              <a:rPr lang="en-US" sz="2400"/>
              <a:t> de </a:t>
            </a:r>
            <a:r>
              <a:rPr lang="en-US" sz="2400" err="1"/>
              <a:t>parámetros</a:t>
            </a:r>
            <a:endParaRPr lang="en-US" sz="2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err="1"/>
              <a:t>Validacion</a:t>
            </a:r>
            <a:r>
              <a:rPr lang="en-US" sz="2400"/>
              <a:t>: 5 folds cross validation</a:t>
            </a:r>
          </a:p>
        </p:txBody>
      </p:sp>
    </p:spTree>
    <p:extLst>
      <p:ext uri="{BB962C8B-B14F-4D97-AF65-F5344CB8AC3E}">
        <p14:creationId xmlns:p14="http://schemas.microsoft.com/office/powerpoint/2010/main" val="3396893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5B8370-223C-3B77-9585-D18FE4DBC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MX" sz="4000" dirty="0" err="1">
                <a:solidFill>
                  <a:srgbClr val="FFFFFF"/>
                </a:solidFill>
              </a:rPr>
              <a:t>Analisis</a:t>
            </a:r>
            <a:r>
              <a:rPr lang="es-MX" sz="4000" dirty="0">
                <a:solidFill>
                  <a:srgbClr val="FFFFFF"/>
                </a:solidFill>
              </a:rPr>
              <a:t> del Dataset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306516F-6207-F0C1-8733-CB2C70125B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249536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0464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35AAB27A-0D99-F027-8DC9-CF89F1A40C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2284932"/>
              </p:ext>
            </p:extLst>
          </p:nvPr>
        </p:nvGraphicFramePr>
        <p:xfrm>
          <a:off x="643467" y="1120603"/>
          <a:ext cx="10905067" cy="461679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268648">
                  <a:extLst>
                    <a:ext uri="{9D8B030D-6E8A-4147-A177-3AD203B41FA5}">
                      <a16:colId xmlns:a16="http://schemas.microsoft.com/office/drawing/2014/main" val="2312357136"/>
                    </a:ext>
                  </a:extLst>
                </a:gridCol>
                <a:gridCol w="7636419">
                  <a:extLst>
                    <a:ext uri="{9D8B030D-6E8A-4147-A177-3AD203B41FA5}">
                      <a16:colId xmlns:a16="http://schemas.microsoft.com/office/drawing/2014/main" val="366904492"/>
                    </a:ext>
                  </a:extLst>
                </a:gridCol>
              </a:tblGrid>
              <a:tr h="898062">
                <a:tc>
                  <a:txBody>
                    <a:bodyPr/>
                    <a:lstStyle/>
                    <a:p>
                      <a:r>
                        <a:rPr lang="es-MX" sz="2900" b="1" cap="none" spc="0">
                          <a:solidFill>
                            <a:schemeClr val="bg1"/>
                          </a:solidFill>
                        </a:rPr>
                        <a:t>Tipo de variable</a:t>
                      </a:r>
                      <a:endParaRPr lang="en-US" sz="2900" b="1" cap="none" spc="0">
                        <a:solidFill>
                          <a:schemeClr val="bg1"/>
                        </a:solidFill>
                      </a:endParaRPr>
                    </a:p>
                  </a:txBody>
                  <a:tcPr marL="132812" marR="94866" marT="189731" marB="18973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900" b="1" cap="none" spc="0">
                        <a:solidFill>
                          <a:schemeClr val="bg1"/>
                        </a:solidFill>
                      </a:endParaRPr>
                    </a:p>
                  </a:txBody>
                  <a:tcPr marL="132812" marR="94866" marT="189731" marB="18973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64576"/>
                  </a:ext>
                </a:extLst>
              </a:tr>
              <a:tr h="1498877">
                <a:tc>
                  <a:txBody>
                    <a:bodyPr/>
                    <a:lstStyle/>
                    <a:p>
                      <a:r>
                        <a:rPr lang="es-MX" sz="2500" cap="none" spc="0" err="1">
                          <a:solidFill>
                            <a:schemeClr val="tx1"/>
                          </a:solidFill>
                        </a:rPr>
                        <a:t>Numericas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812" marR="94866" marT="94866" marB="18973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cap="none" spc="0" err="1">
                          <a:solidFill>
                            <a:schemeClr val="tx1"/>
                          </a:solidFill>
                        </a:rPr>
                        <a:t>study_hours_per_day</a:t>
                      </a: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500" cap="none" spc="0" err="1">
                          <a:solidFill>
                            <a:schemeClr val="tx1"/>
                          </a:solidFill>
                        </a:rPr>
                        <a:t>attendance_percentage</a:t>
                      </a: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500" cap="none" spc="0" err="1">
                          <a:solidFill>
                            <a:schemeClr val="tx1"/>
                          </a:solidFill>
                        </a:rPr>
                        <a:t>assignment_score</a:t>
                      </a: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500" cap="none" spc="0" err="1">
                          <a:solidFill>
                            <a:schemeClr val="tx1"/>
                          </a:solidFill>
                        </a:rPr>
                        <a:t>midterm_score</a:t>
                      </a: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500" cap="none" spc="0" err="1">
                          <a:solidFill>
                            <a:schemeClr val="tx1"/>
                          </a:solidFill>
                        </a:rPr>
                        <a:t>final_exam_score</a:t>
                      </a: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500" cap="none" spc="0" err="1">
                          <a:solidFill>
                            <a:schemeClr val="tx1"/>
                          </a:solidFill>
                        </a:rPr>
                        <a:t>participation_score</a:t>
                      </a: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500" cap="none" spc="0" err="1">
                          <a:solidFill>
                            <a:schemeClr val="tx1"/>
                          </a:solidFill>
                        </a:rPr>
                        <a:t>sleep_hours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812" marR="94866" marT="94866" marB="18973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881545"/>
                  </a:ext>
                </a:extLst>
              </a:tr>
              <a:tr h="739952">
                <a:tc>
                  <a:txBody>
                    <a:bodyPr/>
                    <a:lstStyle/>
                    <a:p>
                      <a:r>
                        <a:rPr lang="es-MX" sz="2500" cap="none" spc="0">
                          <a:solidFill>
                            <a:schemeClr val="tx1"/>
                          </a:solidFill>
                        </a:rPr>
                        <a:t>Binarias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812" marR="94866" marT="94866" marB="18973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gender, </a:t>
                      </a:r>
                      <a:r>
                        <a:rPr lang="en-US" sz="2500" cap="none" spc="0" err="1">
                          <a:solidFill>
                            <a:schemeClr val="tx1"/>
                          </a:solidFill>
                        </a:rPr>
                        <a:t>internet_access</a:t>
                      </a: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500" cap="none" spc="0" err="1">
                          <a:solidFill>
                            <a:schemeClr val="tx1"/>
                          </a:solidFill>
                        </a:rPr>
                        <a:t>extra_classes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812" marR="94866" marT="94866" marB="18973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123220"/>
                  </a:ext>
                </a:extLst>
              </a:tr>
              <a:tr h="739952">
                <a:tc>
                  <a:txBody>
                    <a:bodyPr/>
                    <a:lstStyle/>
                    <a:p>
                      <a:r>
                        <a:rPr lang="es-MX" sz="2500" cap="none" spc="0">
                          <a:solidFill>
                            <a:schemeClr val="tx1"/>
                          </a:solidFill>
                        </a:rPr>
                        <a:t>Ordinal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812" marR="94866" marT="94866" marB="18973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cap="none" spc="0" err="1">
                          <a:solidFill>
                            <a:schemeClr val="tx1"/>
                          </a:solidFill>
                        </a:rPr>
                        <a:t>parent_education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812" marR="94866" marT="94866" marB="18973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353071"/>
                  </a:ext>
                </a:extLst>
              </a:tr>
              <a:tr h="739952">
                <a:tc>
                  <a:txBody>
                    <a:bodyPr/>
                    <a:lstStyle/>
                    <a:p>
                      <a:r>
                        <a:rPr lang="es-MX" sz="2500" cap="none" spc="0">
                          <a:solidFill>
                            <a:schemeClr val="tx1"/>
                          </a:solidFill>
                        </a:rPr>
                        <a:t>Descartadas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812" marR="94866" marT="94866" marB="18973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cap="none" spc="0" err="1">
                          <a:solidFill>
                            <a:schemeClr val="tx1"/>
                          </a:solidFill>
                        </a:rPr>
                        <a:t>student_id</a:t>
                      </a: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500" cap="none" spc="0" err="1">
                          <a:solidFill>
                            <a:schemeClr val="tx1"/>
                          </a:solidFill>
                        </a:rPr>
                        <a:t>overall_score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2812" marR="94866" marT="94866" marB="18973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767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253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D0BB52-8C9C-6109-434E-EE7D0B52A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s-MX" sz="4000"/>
              <a:t>Variables analizadas y transformaciones</a:t>
            </a:r>
            <a:endParaRPr lang="en-US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3CCB98-4CA5-DF76-9933-FD24112181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57" r="7311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9EAACC1-59CE-C6DB-2902-78721BBD2C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813140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11625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5EE0A-D349-E666-0F1D-762349E04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err="1"/>
              <a:t>Hipotesis</a:t>
            </a:r>
            <a:r>
              <a:rPr lang="es-MX"/>
              <a:t> de trabajo</a:t>
            </a:r>
            <a:endParaRPr lang="en-US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869630B5-2DC9-C1CB-6343-356B5464FC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4791" y="2424223"/>
          <a:ext cx="10769009" cy="3752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2020933A-1055-99B3-4DB6-AFB053E3F51F}"/>
              </a:ext>
            </a:extLst>
          </p:cNvPr>
          <p:cNvSpPr txBox="1"/>
          <p:nvPr/>
        </p:nvSpPr>
        <p:spPr>
          <a:xfrm>
            <a:off x="871870" y="1988288"/>
            <a:ext cx="10845209" cy="659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/>
              <a:t>Antes de entrenar los modelos esperamos que nos diera: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06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E558E-D80D-F892-48B4-69FB208FE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noProof="0" dirty="0"/>
              <a:t>Modelos Propuestos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6DECEB6-A55F-FC7A-0B02-A96CA8B23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2872639"/>
              </p:ext>
            </p:extLst>
          </p:nvPr>
        </p:nvGraphicFramePr>
        <p:xfrm>
          <a:off x="609599" y="1527144"/>
          <a:ext cx="11419003" cy="3176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DEE18A6E-659A-8D8D-6B8C-E7AEC3172375}"/>
              </a:ext>
            </a:extLst>
          </p:cNvPr>
          <p:cNvSpPr txBox="1"/>
          <p:nvPr/>
        </p:nvSpPr>
        <p:spPr>
          <a:xfrm>
            <a:off x="1102935" y="4961517"/>
            <a:ext cx="73314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• </a:t>
            </a:r>
            <a:r>
              <a:rPr lang="es-MX" noProof="0" dirty="0"/>
              <a:t>Cada modelo fue optimizado mediante búsqueda de </a:t>
            </a:r>
            <a:r>
              <a:rPr lang="es-MX" noProof="0" dirty="0" err="1"/>
              <a:t>hiperparámetros</a:t>
            </a:r>
            <a:r>
              <a:rPr lang="es-MX" noProof="0" dirty="0"/>
              <a:t>.</a:t>
            </a:r>
          </a:p>
          <a:p>
            <a:r>
              <a:rPr lang="es-MX" noProof="0" dirty="0"/>
              <a:t>• Se evaluaron utilizando validación cruzada de 5 </a:t>
            </a:r>
            <a:r>
              <a:rPr lang="es-MX" noProof="0" dirty="0" err="1"/>
              <a:t>folds</a:t>
            </a:r>
            <a:r>
              <a:rPr lang="es-MX" noProof="0" dirty="0"/>
              <a:t>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44333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1C7C04-2848-D86E-B49B-FC01DFCA6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s-ES" sz="5200"/>
              <a:t>Pipeline del código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CAFE6058-FC76-D9EE-4652-59A261B8C2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29933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5594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D1AEF4-3815-6AE8-32EC-6E399CF43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Resultados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958AACF-527E-5D5B-D5AA-2A7E1D1925F6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• El modelo con mejor desempeño fue </a:t>
            </a:r>
            <a:r>
              <a:rPr lang="en-US" b="1"/>
              <a:t>Regresión Logística</a:t>
            </a:r>
            <a:r>
              <a:rPr lang="en-US"/>
              <a:t>, obteniendo el mayor F1-score macro (0.9703).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• A pesar de ser un modelo lineal, superó a los modelos no lineales en este dataset.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• Todos los modelos presentaron métricas altas, indicando un buen ajuste del modelo.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F5903FA-A57E-BAED-5CC5-8F58BCCA04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2667537"/>
              </p:ext>
            </p:extLst>
          </p:nvPr>
        </p:nvGraphicFramePr>
        <p:xfrm>
          <a:off x="5987738" y="2074459"/>
          <a:ext cx="5628019" cy="247621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716677">
                  <a:extLst>
                    <a:ext uri="{9D8B030D-6E8A-4147-A177-3AD203B41FA5}">
                      <a16:colId xmlns:a16="http://schemas.microsoft.com/office/drawing/2014/main" val="3885601614"/>
                    </a:ext>
                  </a:extLst>
                </a:gridCol>
                <a:gridCol w="1162910">
                  <a:extLst>
                    <a:ext uri="{9D8B030D-6E8A-4147-A177-3AD203B41FA5}">
                      <a16:colId xmlns:a16="http://schemas.microsoft.com/office/drawing/2014/main" val="2780635162"/>
                    </a:ext>
                  </a:extLst>
                </a:gridCol>
                <a:gridCol w="1585522">
                  <a:extLst>
                    <a:ext uri="{9D8B030D-6E8A-4147-A177-3AD203B41FA5}">
                      <a16:colId xmlns:a16="http://schemas.microsoft.com/office/drawing/2014/main" val="345003007"/>
                    </a:ext>
                  </a:extLst>
                </a:gridCol>
                <a:gridCol w="1162910">
                  <a:extLst>
                    <a:ext uri="{9D8B030D-6E8A-4147-A177-3AD203B41FA5}">
                      <a16:colId xmlns:a16="http://schemas.microsoft.com/office/drawing/2014/main" val="2207605530"/>
                    </a:ext>
                  </a:extLst>
                </a:gridCol>
              </a:tblGrid>
              <a:tr h="776440">
                <a:tc>
                  <a:txBody>
                    <a:bodyPr/>
                    <a:lstStyle/>
                    <a:p>
                      <a:r>
                        <a:rPr lang="es-MX" sz="2100"/>
                        <a:t>Modelo</a:t>
                      </a:r>
                    </a:p>
                  </a:txBody>
                  <a:tcPr marL="104924" marR="104924" marT="52462" marB="52462"/>
                </a:tc>
                <a:tc>
                  <a:txBody>
                    <a:bodyPr/>
                    <a:lstStyle/>
                    <a:p>
                      <a:r>
                        <a:rPr lang="es-MX" sz="2100"/>
                        <a:t>F1-score</a:t>
                      </a:r>
                    </a:p>
                  </a:txBody>
                  <a:tcPr marL="104924" marR="104924" marT="52462" marB="52462"/>
                </a:tc>
                <a:tc>
                  <a:txBody>
                    <a:bodyPr/>
                    <a:lstStyle/>
                    <a:p>
                      <a:r>
                        <a:rPr lang="es-MX" sz="2100"/>
                        <a:t>Accurancy</a:t>
                      </a:r>
                    </a:p>
                  </a:txBody>
                  <a:tcPr marL="104924" marR="104924" marT="52462" marB="52462"/>
                </a:tc>
                <a:tc>
                  <a:txBody>
                    <a:bodyPr/>
                    <a:lstStyle/>
                    <a:p>
                      <a:r>
                        <a:rPr lang="es-MX" sz="2100"/>
                        <a:t>AUC</a:t>
                      </a:r>
                    </a:p>
                  </a:txBody>
                  <a:tcPr marL="104924" marR="104924" marT="52462" marB="52462"/>
                </a:tc>
                <a:extLst>
                  <a:ext uri="{0D108BD9-81ED-4DB2-BD59-A6C34878D82A}">
                    <a16:rowId xmlns:a16="http://schemas.microsoft.com/office/drawing/2014/main" val="1071569051"/>
                  </a:ext>
                </a:extLst>
              </a:tr>
              <a:tr h="776440">
                <a:tc>
                  <a:txBody>
                    <a:bodyPr/>
                    <a:lstStyle/>
                    <a:p>
                      <a:r>
                        <a:rPr lang="es-MX" sz="2100" b="1"/>
                        <a:t>Regresión logística</a:t>
                      </a:r>
                    </a:p>
                  </a:txBody>
                  <a:tcPr marL="104924" marR="104924" marT="52462" marB="52462"/>
                </a:tc>
                <a:tc>
                  <a:txBody>
                    <a:bodyPr/>
                    <a:lstStyle/>
                    <a:p>
                      <a:r>
                        <a:rPr lang="es-MX" sz="2100"/>
                        <a:t>0.9703</a:t>
                      </a:r>
                    </a:p>
                  </a:txBody>
                  <a:tcPr marL="104924" marR="104924" marT="52462" marB="52462"/>
                </a:tc>
                <a:tc>
                  <a:txBody>
                    <a:bodyPr/>
                    <a:lstStyle/>
                    <a:p>
                      <a:r>
                        <a:rPr lang="es-MX" sz="2100"/>
                        <a:t>0.9945</a:t>
                      </a:r>
                    </a:p>
                  </a:txBody>
                  <a:tcPr marL="104924" marR="104924" marT="52462" marB="52462"/>
                </a:tc>
                <a:tc>
                  <a:txBody>
                    <a:bodyPr/>
                    <a:lstStyle/>
                    <a:p>
                      <a:r>
                        <a:rPr lang="es-MX" sz="2100"/>
                        <a:t>1.0000</a:t>
                      </a:r>
                    </a:p>
                  </a:txBody>
                  <a:tcPr marL="104924" marR="104924" marT="52462" marB="52462"/>
                </a:tc>
                <a:extLst>
                  <a:ext uri="{0D108BD9-81ED-4DB2-BD59-A6C34878D82A}">
                    <a16:rowId xmlns:a16="http://schemas.microsoft.com/office/drawing/2014/main" val="3862555045"/>
                  </a:ext>
                </a:extLst>
              </a:tr>
              <a:tr h="461667">
                <a:tc>
                  <a:txBody>
                    <a:bodyPr/>
                    <a:lstStyle/>
                    <a:p>
                      <a:r>
                        <a:rPr lang="es-MX" sz="2100" b="1"/>
                        <a:t>SVM (RBF)</a:t>
                      </a:r>
                    </a:p>
                  </a:txBody>
                  <a:tcPr marL="104924" marR="104924" marT="52462" marB="52462"/>
                </a:tc>
                <a:tc>
                  <a:txBody>
                    <a:bodyPr/>
                    <a:lstStyle/>
                    <a:p>
                      <a:r>
                        <a:rPr lang="es-MX" sz="2100"/>
                        <a:t>0.9286</a:t>
                      </a:r>
                    </a:p>
                  </a:txBody>
                  <a:tcPr marL="104924" marR="104924" marT="52462" marB="52462"/>
                </a:tc>
                <a:tc>
                  <a:txBody>
                    <a:bodyPr/>
                    <a:lstStyle/>
                    <a:p>
                      <a:r>
                        <a:rPr lang="es-MX" sz="2100"/>
                        <a:t>0.9830</a:t>
                      </a:r>
                    </a:p>
                  </a:txBody>
                  <a:tcPr marL="104924" marR="104924" marT="52462" marB="52462"/>
                </a:tc>
                <a:tc>
                  <a:txBody>
                    <a:bodyPr/>
                    <a:lstStyle/>
                    <a:p>
                      <a:r>
                        <a:rPr lang="es-MX" sz="2100"/>
                        <a:t>0.9998</a:t>
                      </a:r>
                    </a:p>
                  </a:txBody>
                  <a:tcPr marL="104924" marR="104924" marT="52462" marB="52462"/>
                </a:tc>
                <a:extLst>
                  <a:ext uri="{0D108BD9-81ED-4DB2-BD59-A6C34878D82A}">
                    <a16:rowId xmlns:a16="http://schemas.microsoft.com/office/drawing/2014/main" val="3111802231"/>
                  </a:ext>
                </a:extLst>
              </a:tr>
              <a:tr h="461667">
                <a:tc>
                  <a:txBody>
                    <a:bodyPr/>
                    <a:lstStyle/>
                    <a:p>
                      <a:r>
                        <a:rPr lang="es-MX" sz="2100" b="1"/>
                        <a:t>MLP</a:t>
                      </a:r>
                    </a:p>
                  </a:txBody>
                  <a:tcPr marL="104924" marR="104924" marT="52462" marB="52462"/>
                </a:tc>
                <a:tc>
                  <a:txBody>
                    <a:bodyPr/>
                    <a:lstStyle/>
                    <a:p>
                      <a:r>
                        <a:rPr lang="es-MX" sz="2100"/>
                        <a:t>0.9474</a:t>
                      </a:r>
                    </a:p>
                  </a:txBody>
                  <a:tcPr marL="104924" marR="104924" marT="52462" marB="52462"/>
                </a:tc>
                <a:tc>
                  <a:txBody>
                    <a:bodyPr/>
                    <a:lstStyle/>
                    <a:p>
                      <a:r>
                        <a:rPr lang="es-MX" sz="2100"/>
                        <a:t>0.9845</a:t>
                      </a:r>
                    </a:p>
                  </a:txBody>
                  <a:tcPr marL="104924" marR="104924" marT="52462" marB="52462"/>
                </a:tc>
                <a:tc>
                  <a:txBody>
                    <a:bodyPr/>
                    <a:lstStyle/>
                    <a:p>
                      <a:r>
                        <a:rPr lang="es-MX" sz="2100"/>
                        <a:t>0.9997</a:t>
                      </a:r>
                    </a:p>
                  </a:txBody>
                  <a:tcPr marL="104924" marR="104924" marT="52462" marB="52462"/>
                </a:tc>
                <a:extLst>
                  <a:ext uri="{0D108BD9-81ED-4DB2-BD59-A6C34878D82A}">
                    <a16:rowId xmlns:a16="http://schemas.microsoft.com/office/drawing/2014/main" val="2638807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085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6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18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0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810479-49CD-9C4A-18D6-2B9C432F6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Conclusiones</a:t>
            </a:r>
          </a:p>
        </p:txBody>
      </p:sp>
      <p:pic>
        <p:nvPicPr>
          <p:cNvPr id="7" name="Graphic 6" descr="Bombilla">
            <a:extLst>
              <a:ext uri="{FF2B5EF4-FFF2-40B4-BE49-F238E27FC236}">
                <a16:creationId xmlns:a16="http://schemas.microsoft.com/office/drawing/2014/main" id="{E6A7D8C6-6314-0C91-3421-F24E0AFEC6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6250" y="3018327"/>
            <a:ext cx="2728198" cy="272819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6C78B60-3445-7C36-F54A-AFCAC4A70441}"/>
              </a:ext>
            </a:extLst>
          </p:cNvPr>
          <p:cNvSpPr txBox="1"/>
          <p:nvPr/>
        </p:nvSpPr>
        <p:spPr>
          <a:xfrm>
            <a:off x="5255260" y="2998278"/>
            <a:ext cx="4238257" cy="272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• Se logró predecir el rendimiento académico utilizando modelos de clasificación.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• Las variables más influyentes fueron:</a:t>
            </a:r>
            <a:br>
              <a:rPr lang="en-US" sz="1400"/>
            </a:br>
            <a:r>
              <a:rPr lang="en-US" sz="1400"/>
              <a:t>final_exam_score, midterm_score y assignment_score.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• El modelo con mejor desempeño fue la </a:t>
            </a:r>
            <a:r>
              <a:rPr lang="en-US" sz="1400" b="1"/>
              <a:t>Regresión Logística</a:t>
            </a:r>
            <a:r>
              <a:rPr lang="en-US" sz="1400"/>
              <a:t>, obteniendo el mayor F1-score.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• Los modelos no lineales no superaron al modelo lineal en este caso.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• El preprocesamiento y la correcta selección de variables fueron clave para el rendimiento.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274940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669F42-82DA-011B-DF27-07D8F5B7A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s-MX" sz="5400"/>
              <a:t>Referencias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457F12-5A80-0C35-A9BA-5ADB7E709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s-MX" sz="1300" dirty="0" err="1"/>
              <a:t>Upcoder</a:t>
            </a:r>
            <a:r>
              <a:rPr lang="es-MX" sz="1300" dirty="0"/>
              <a:t>. (2024). </a:t>
            </a:r>
            <a:r>
              <a:rPr lang="es-MX" sz="1300" i="1" dirty="0"/>
              <a:t>*</a:t>
            </a:r>
            <a:r>
              <a:rPr lang="es-MX" sz="1300" i="1" dirty="0" err="1"/>
              <a:t>Student</a:t>
            </a:r>
            <a:r>
              <a:rPr lang="es-MX" sz="1300" i="1" dirty="0"/>
              <a:t> Performance </a:t>
            </a:r>
            <a:r>
              <a:rPr lang="es-MX" sz="1300" i="1" dirty="0" err="1"/>
              <a:t>Analytics</a:t>
            </a:r>
            <a:r>
              <a:rPr lang="es-MX" sz="1300" i="1" dirty="0"/>
              <a:t> Dataset*</a:t>
            </a:r>
            <a:r>
              <a:rPr lang="es-MX" sz="1300" dirty="0"/>
              <a:t> [Dataset]. </a:t>
            </a:r>
            <a:r>
              <a:rPr lang="es-MX" sz="1300" dirty="0" err="1"/>
              <a:t>Kaggle.https</a:t>
            </a:r>
            <a:r>
              <a:rPr lang="es-MX" sz="1300" dirty="0"/>
              <a:t>://www.kaggle.com/datasets/upcoderr/student-performance-analytics-dataset/data</a:t>
            </a:r>
          </a:p>
          <a:p>
            <a:r>
              <a:rPr lang="es-MX" sz="1300" dirty="0"/>
              <a:t>Pedregosa, F., </a:t>
            </a:r>
            <a:r>
              <a:rPr lang="es-MX" sz="1300" dirty="0" err="1"/>
              <a:t>Varoquaux</a:t>
            </a:r>
            <a:r>
              <a:rPr lang="es-MX" sz="1300" dirty="0"/>
              <a:t>, G., </a:t>
            </a:r>
            <a:r>
              <a:rPr lang="es-MX" sz="1300" dirty="0" err="1"/>
              <a:t>Gramfort</a:t>
            </a:r>
            <a:r>
              <a:rPr lang="es-MX" sz="1300" dirty="0"/>
              <a:t>, A., Michel, V., </a:t>
            </a:r>
            <a:r>
              <a:rPr lang="es-MX" sz="1300" dirty="0" err="1"/>
              <a:t>Thirion</a:t>
            </a:r>
            <a:r>
              <a:rPr lang="es-MX" sz="1300" dirty="0"/>
              <a:t>, B., Grisel, O., ... &amp; </a:t>
            </a:r>
            <a:r>
              <a:rPr lang="es-MX" sz="1300" dirty="0" err="1"/>
              <a:t>Duchesnay</a:t>
            </a:r>
            <a:r>
              <a:rPr lang="es-MX" sz="1300" dirty="0"/>
              <a:t>, É. (2011). </a:t>
            </a:r>
            <a:r>
              <a:rPr lang="es-MX" sz="1300" dirty="0" err="1"/>
              <a:t>Scikit-learn</a:t>
            </a:r>
            <a:r>
              <a:rPr lang="es-MX" sz="1300" dirty="0"/>
              <a:t>: Machine </a:t>
            </a:r>
            <a:r>
              <a:rPr lang="es-MX" sz="1300" dirty="0" err="1"/>
              <a:t>learning</a:t>
            </a:r>
            <a:r>
              <a:rPr lang="es-MX" sz="1300" dirty="0"/>
              <a:t> in Python. </a:t>
            </a:r>
            <a:r>
              <a:rPr lang="es-MX" sz="1300" i="1" dirty="0"/>
              <a:t>*</a:t>
            </a:r>
            <a:r>
              <a:rPr lang="es-MX" sz="1300" i="1" dirty="0" err="1"/>
              <a:t>Journal</a:t>
            </a:r>
            <a:r>
              <a:rPr lang="es-MX" sz="1300" i="1" dirty="0"/>
              <a:t> </a:t>
            </a:r>
            <a:r>
              <a:rPr lang="es-MX" sz="1300" i="1" dirty="0" err="1"/>
              <a:t>of</a:t>
            </a:r>
            <a:r>
              <a:rPr lang="es-MX" sz="1300" i="1" dirty="0"/>
              <a:t> Machine </a:t>
            </a:r>
            <a:r>
              <a:rPr lang="es-MX" sz="1300" i="1" dirty="0" err="1"/>
              <a:t>Learning</a:t>
            </a:r>
            <a:r>
              <a:rPr lang="es-MX" sz="1300" i="1" dirty="0"/>
              <a:t> </a:t>
            </a:r>
            <a:r>
              <a:rPr lang="es-MX" sz="1300" i="1" dirty="0" err="1"/>
              <a:t>Research</a:t>
            </a:r>
            <a:r>
              <a:rPr lang="es-MX" sz="1300" i="1" dirty="0"/>
              <a:t>, 12*</a:t>
            </a:r>
            <a:r>
              <a:rPr lang="es-MX" sz="1300" dirty="0"/>
              <a:t>, 2825–2830.</a:t>
            </a:r>
          </a:p>
          <a:p>
            <a:r>
              <a:rPr lang="es-MX" sz="1300" dirty="0"/>
              <a:t>Head, T., Kumar, M., </a:t>
            </a:r>
            <a:r>
              <a:rPr lang="es-MX" sz="1300" dirty="0" err="1"/>
              <a:t>Nahrstaedt</a:t>
            </a:r>
            <a:r>
              <a:rPr lang="es-MX" sz="1300" dirty="0"/>
              <a:t>, H., </a:t>
            </a:r>
            <a:r>
              <a:rPr lang="es-MX" sz="1300" dirty="0" err="1"/>
              <a:t>Louppe</a:t>
            </a:r>
            <a:r>
              <a:rPr lang="es-MX" sz="1300" dirty="0"/>
              <a:t>, G., &amp; </a:t>
            </a:r>
            <a:r>
              <a:rPr lang="es-MX" sz="1300" dirty="0" err="1"/>
              <a:t>Shcherbatyi</a:t>
            </a:r>
            <a:r>
              <a:rPr lang="es-MX" sz="1300" dirty="0"/>
              <a:t>, I. (2021). </a:t>
            </a:r>
            <a:r>
              <a:rPr lang="es-MX" sz="1300" i="1" dirty="0"/>
              <a:t>*</a:t>
            </a:r>
            <a:r>
              <a:rPr lang="es-MX" sz="1300" i="1" dirty="0" err="1"/>
              <a:t>scikit-optimize</a:t>
            </a:r>
            <a:r>
              <a:rPr lang="es-MX" sz="1300" i="1" dirty="0"/>
              <a:t>/</a:t>
            </a:r>
            <a:r>
              <a:rPr lang="es-MX" sz="1300" i="1" dirty="0" err="1"/>
              <a:t>scikit-optimize</a:t>
            </a:r>
            <a:r>
              <a:rPr lang="es-MX" sz="1300" i="1" dirty="0"/>
              <a:t>*</a:t>
            </a:r>
            <a:r>
              <a:rPr lang="es-MX" sz="1300" dirty="0"/>
              <a:t>. </a:t>
            </a:r>
            <a:r>
              <a:rPr lang="es-MX" sz="1300" dirty="0" err="1"/>
              <a:t>Zenodo</a:t>
            </a:r>
            <a:r>
              <a:rPr lang="es-MX" sz="1300" dirty="0"/>
              <a:t>. https://doi.org/10.5281/zenodo.4014775</a:t>
            </a:r>
          </a:p>
          <a:p>
            <a:r>
              <a:rPr lang="es-MX" sz="1300" dirty="0"/>
              <a:t>Romero, C., &amp; Ventura, S. (2010). </a:t>
            </a:r>
            <a:r>
              <a:rPr lang="es-MX" sz="1300" dirty="0" err="1"/>
              <a:t>Educational</a:t>
            </a:r>
            <a:r>
              <a:rPr lang="es-MX" sz="1300" dirty="0"/>
              <a:t> data </a:t>
            </a:r>
            <a:r>
              <a:rPr lang="es-MX" sz="1300" dirty="0" err="1"/>
              <a:t>mining</a:t>
            </a:r>
            <a:r>
              <a:rPr lang="es-MX" sz="1300" dirty="0"/>
              <a:t>: A </a:t>
            </a:r>
            <a:r>
              <a:rPr lang="es-MX" sz="1300" dirty="0" err="1"/>
              <a:t>review</a:t>
            </a:r>
            <a:r>
              <a:rPr lang="es-MX" sz="1300" dirty="0"/>
              <a:t> </a:t>
            </a:r>
            <a:r>
              <a:rPr lang="es-MX" sz="1300" dirty="0" err="1"/>
              <a:t>of</a:t>
            </a:r>
            <a:r>
              <a:rPr lang="es-MX" sz="1300" dirty="0"/>
              <a:t> </a:t>
            </a:r>
            <a:r>
              <a:rPr lang="es-MX" sz="1300" dirty="0" err="1"/>
              <a:t>the</a:t>
            </a:r>
            <a:r>
              <a:rPr lang="es-MX" sz="1300" dirty="0"/>
              <a:t> </a:t>
            </a:r>
            <a:r>
              <a:rPr lang="es-MX" sz="1300" dirty="0" err="1"/>
              <a:t>state</a:t>
            </a:r>
            <a:r>
              <a:rPr lang="es-MX" sz="1300" dirty="0"/>
              <a:t> </a:t>
            </a:r>
            <a:r>
              <a:rPr lang="es-MX" sz="1300" dirty="0" err="1"/>
              <a:t>of</a:t>
            </a:r>
            <a:r>
              <a:rPr lang="es-MX" sz="1300" dirty="0"/>
              <a:t> </a:t>
            </a:r>
            <a:r>
              <a:rPr lang="es-MX" sz="1300" dirty="0" err="1"/>
              <a:t>the</a:t>
            </a:r>
            <a:r>
              <a:rPr lang="es-MX" sz="1300" dirty="0"/>
              <a:t> art. </a:t>
            </a:r>
            <a:r>
              <a:rPr lang="es-MX" sz="1300" i="1" dirty="0"/>
              <a:t>*IEEE </a:t>
            </a:r>
            <a:r>
              <a:rPr lang="es-MX" sz="1300" i="1" dirty="0" err="1"/>
              <a:t>Transactions</a:t>
            </a:r>
            <a:r>
              <a:rPr lang="es-MX" sz="1300" i="1" dirty="0"/>
              <a:t> </a:t>
            </a:r>
            <a:r>
              <a:rPr lang="es-MX" sz="1300" i="1" dirty="0" err="1"/>
              <a:t>on</a:t>
            </a:r>
            <a:r>
              <a:rPr lang="es-MX" sz="1300" i="1" dirty="0"/>
              <a:t> </a:t>
            </a:r>
            <a:r>
              <a:rPr lang="es-MX" sz="1300" i="1" dirty="0" err="1"/>
              <a:t>Systems</a:t>
            </a:r>
            <a:r>
              <a:rPr lang="es-MX" sz="1300" i="1" dirty="0"/>
              <a:t>, Man, and </a:t>
            </a:r>
            <a:r>
              <a:rPr lang="es-MX" sz="1300" i="1" dirty="0" err="1"/>
              <a:t>Cybernetics</a:t>
            </a:r>
            <a:r>
              <a:rPr lang="es-MX" sz="1300" i="1" dirty="0"/>
              <a:t>, </a:t>
            </a:r>
            <a:r>
              <a:rPr lang="es-MX" sz="1300" i="1" dirty="0" err="1"/>
              <a:t>Part</a:t>
            </a:r>
            <a:r>
              <a:rPr lang="es-MX" sz="1300" i="1" dirty="0"/>
              <a:t> C, 40*</a:t>
            </a:r>
            <a:r>
              <a:rPr lang="es-MX" sz="1300" dirty="0"/>
              <a:t>(6), 601–618.</a:t>
            </a:r>
          </a:p>
          <a:p>
            <a:endParaRPr lang="es-MX" sz="1300" dirty="0"/>
          </a:p>
        </p:txBody>
      </p:sp>
    </p:spTree>
    <p:extLst>
      <p:ext uri="{BB962C8B-B14F-4D97-AF65-F5344CB8AC3E}">
        <p14:creationId xmlns:p14="http://schemas.microsoft.com/office/powerpoint/2010/main" val="13971894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Microsoft Office PowerPoint</Application>
  <PresentationFormat>Panorámica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Predicción de Rendimiento Académico Estudiantil</vt:lpstr>
      <vt:lpstr>Objetivos</vt:lpstr>
      <vt:lpstr>Marco Teorico</vt:lpstr>
      <vt:lpstr>Analisis del Dataset</vt:lpstr>
      <vt:lpstr>Presentación de PowerPoint</vt:lpstr>
      <vt:lpstr>Variables analizadas y transformaciones</vt:lpstr>
      <vt:lpstr>Hipotesis de trabajo</vt:lpstr>
      <vt:lpstr>Modelos Propuestos</vt:lpstr>
      <vt:lpstr>Pipeline del código</vt:lpstr>
      <vt:lpstr>Resultados</vt:lpstr>
      <vt:lpstr>Conclusiones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NAVARRO CABRALES, EMILIO</dc:creator>
  <cp:lastModifiedBy>BLANCAS MOREYDA, LOUIS LEONE</cp:lastModifiedBy>
  <cp:revision>2</cp:revision>
  <dcterms:created xsi:type="dcterms:W3CDTF">2026-04-13T06:02:10Z</dcterms:created>
  <dcterms:modified xsi:type="dcterms:W3CDTF">2026-04-13T14:23:45Z</dcterms:modified>
</cp:coreProperties>
</file>